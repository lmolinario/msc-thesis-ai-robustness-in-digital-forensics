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4" r:id="rId5"/>
    <p:sldId id="270" r:id="rId6"/>
    <p:sldId id="273" r:id="rId7"/>
    <p:sldId id="278" r:id="rId8"/>
    <p:sldId id="28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830568" y="0"/>
            <a:ext cx="5361431" cy="6858000"/>
          </a:xfrm>
          <a:custGeom>
            <a:avLst/>
            <a:gdLst/>
            <a:ahLst/>
            <a:cxnLst/>
            <a:rect l="l" t="t" r="r" b="b"/>
            <a:pathLst>
              <a:path w="5361431" h="6858000">
                <a:moveTo>
                  <a:pt x="2496312" y="0"/>
                </a:moveTo>
                <a:lnTo>
                  <a:pt x="5361431" y="0"/>
                </a:lnTo>
                <a:lnTo>
                  <a:pt x="536143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ca_horizont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4572000"/>
            <a:ext cx="4370832" cy="1170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45455" y="1092127"/>
            <a:ext cx="6234784" cy="55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Evaluating the Robustness of AI-Based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9406" y="1574169"/>
            <a:ext cx="5987582" cy="55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 dirty="0">
                <a:solidFill>
                  <a:srgbClr val="233A70"/>
                </a:solidFill>
                <a:latin typeface="Carlito"/>
              </a:rPr>
              <a:t>Forensic Tools under Adversarial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6367" y="2056238"/>
            <a:ext cx="3492427" cy="55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Anti-Forensic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299" y="2816605"/>
            <a:ext cx="6966577" cy="3494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404040"/>
                </a:solidFill>
                <a:latin typeface="Carlito"/>
              </a:rPr>
              <a:t>Master’s Degree in Computer Engineering, Cybersecurity and 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3140" y="3111201"/>
            <a:ext cx="1257732" cy="3494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404040"/>
                </a:solidFill>
                <a:latin typeface="Carlito"/>
              </a:rP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6" y="3996866"/>
            <a:ext cx="803973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Carlito"/>
              </a:rPr>
              <a:t>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4224775"/>
            <a:ext cx="1940354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000000"/>
                </a:solidFill>
                <a:latin typeface="Carlito"/>
              </a:rPr>
              <a:t>Prof. Davide Maiorca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86" y="4627618"/>
            <a:ext cx="1091282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Carlito"/>
              </a:rPr>
              <a:t>Co-Advisor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4855554"/>
            <a:ext cx="2204524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000000"/>
                </a:solidFill>
                <a:latin typeface="Carlito"/>
              </a:rPr>
              <a:t>Silvia Lucia Sanna, Ph.D.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1901" y="3971544"/>
            <a:ext cx="1028293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Carlito"/>
              </a:rPr>
              <a:t>Candidate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8944" y="4229963"/>
            <a:ext cx="1431297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000000"/>
                </a:solidFill>
                <a:latin typeface="Carlito"/>
              </a:rPr>
              <a:t>Lello Molinario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3354" y="4685635"/>
            <a:ext cx="2347428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000000"/>
                </a:solidFill>
                <a:latin typeface="Carlito"/>
              </a:rPr>
              <a:t>Student ID: 70/90/00369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2525" y="5618318"/>
            <a:ext cx="3246783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Academic Year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3628524" cy="3494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1 Motivation and Research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22630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881281"/>
            <a:ext cx="4169363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474484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33135"/>
            <a:ext cx="1640332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26338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184989"/>
            <a:ext cx="256907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78192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36843"/>
            <a:ext cx="204003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30045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488696"/>
            <a:ext cx="323036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81899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40550"/>
            <a:ext cx="2629774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8000"/>
            <a:ext cx="485813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1/27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1583849" cy="3494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2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22630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881281"/>
            <a:ext cx="4169363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474484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33135"/>
            <a:ext cx="1640332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26338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184989"/>
            <a:ext cx="256907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78192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36843"/>
            <a:ext cx="204003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30045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488696"/>
            <a:ext cx="323036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81899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40550"/>
            <a:ext cx="2629774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8000"/>
            <a:ext cx="515165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5/27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2346956" cy="3494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3 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53918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912569"/>
            <a:ext cx="4169363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501605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60256"/>
            <a:ext cx="1640332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49293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207944"/>
            <a:ext cx="256907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96980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55631"/>
            <a:ext cx="204003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44667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503318"/>
            <a:ext cx="323036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92327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50978"/>
            <a:ext cx="2629774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7998"/>
            <a:ext cx="523735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8/27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1924909" cy="3494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4 Evaluation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53918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912569"/>
            <a:ext cx="4169363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501605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60256"/>
            <a:ext cx="1640332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49293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207944"/>
            <a:ext cx="256907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96980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55631"/>
            <a:ext cx="204003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44667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503318"/>
            <a:ext cx="323036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92327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50978"/>
            <a:ext cx="2629774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7998"/>
            <a:ext cx="608149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14/27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2888073" cy="3494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5 Results and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51796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910447"/>
            <a:ext cx="4169363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499752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58403"/>
            <a:ext cx="1640332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47735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206386"/>
            <a:ext cx="256907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95691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54342"/>
            <a:ext cx="204003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43647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502298"/>
            <a:ext cx="323036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91630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50281"/>
            <a:ext cx="2629774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7998"/>
            <a:ext cx="572584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17/27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2405527" cy="3494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6 Forensic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51796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910447"/>
            <a:ext cx="4169363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499752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58403"/>
            <a:ext cx="1640332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47735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206386"/>
            <a:ext cx="256907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95691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54342"/>
            <a:ext cx="204003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43647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502298"/>
            <a:ext cx="3230360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91630"/>
            <a:ext cx="356168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50281"/>
            <a:ext cx="2629774" cy="4252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7998"/>
            <a:ext cx="621004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22/27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826" y="2001618"/>
            <a:ext cx="10425310" cy="9661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46" b="0" i="0">
                <a:solidFill>
                  <a:srgbClr val="FFFFFF"/>
                </a:solidFill>
                <a:latin typeface="Carlito"/>
              </a:rPr>
              <a:t>Evaluating the Robustness of AI-Based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955" y="2596456"/>
            <a:ext cx="10015521" cy="9661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46" b="0" i="0">
                <a:solidFill>
                  <a:srgbClr val="FFFFFF"/>
                </a:solidFill>
                <a:latin typeface="Carlito"/>
              </a:rPr>
              <a:t>Forensic Tools under Adversarial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63624" y="3078525"/>
            <a:ext cx="5794393" cy="9661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46" b="0" i="0">
                <a:solidFill>
                  <a:srgbClr val="FFFFFF"/>
                </a:solidFill>
                <a:latin typeface="Carlito"/>
              </a:rPr>
              <a:t>Anti-Forensic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9725" y="4161555"/>
            <a:ext cx="3800560" cy="55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0" i="1">
                <a:solidFill>
                  <a:srgbClr val="FFFFFF"/>
                </a:solidFill>
                <a:latin typeface="Carlito"/>
              </a:rPr>
              <a:t>Thank you for listening!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4294" y="4643597"/>
            <a:ext cx="2471225" cy="559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0" i="1">
                <a:solidFill>
                  <a:srgbClr val="FFFFFF"/>
                </a:solidFill>
                <a:latin typeface="Carlito"/>
              </a:rPr>
              <a:t>Any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8" y="6457998"/>
            <a:ext cx="604721" cy="31066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27/27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231</Words>
  <Application>Microsoft Office PowerPoint</Application>
  <PresentationFormat>Widescreen</PresentationFormat>
  <Paragraphs>109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Arial</vt:lpstr>
      <vt:lpstr>Calibri</vt:lpstr>
      <vt:lpstr>Carlito</vt:lpstr>
      <vt:lpstr>DejaVu Sans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the Robustness of AI-Based Forensic Tools under Adversarial and Anti-Forensic Attacks</dc:title>
  <dc:subject>Editable PowerPoint reconstruction from thesis presentation PDF</dc:subject>
  <dc:creator>Lello Molinario</dc:creator>
  <cp:keywords/>
  <dc:description>generated using python-pptx</dc:description>
  <cp:lastModifiedBy>Lello Molinario</cp:lastModifiedBy>
  <cp:revision>2</cp:revision>
  <dcterms:created xsi:type="dcterms:W3CDTF">2013-01-27T09:14:16Z</dcterms:created>
  <dcterms:modified xsi:type="dcterms:W3CDTF">2026-09-04T10:45:22Z</dcterms:modified>
  <cp:category/>
</cp:coreProperties>
</file>