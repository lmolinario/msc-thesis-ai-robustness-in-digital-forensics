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73dbd78a314d0e" /><Relationship Type="http://schemas.openxmlformats.org/officeDocument/2006/relationships/extended-properties" Target="/docProps/app.xml" Id="Rdf4a535b5b8f4f8f" /><Relationship Type="http://schemas.openxmlformats.org/officeDocument/2006/relationships/officeDocument" Target="/ppt/presentation.xml" Id="R49c874c0e7cf4540" /></Relationships>
</file>

<file path=ppt/presentation.xml><?xml version="1.0" encoding="utf-8"?>
<p:presentation xmlns:p="http://schemas.openxmlformats.org/presentationml/2006/main">
  <p:sldMasterIdLst>
    <p:sldMasterId xmlns:r="http://schemas.openxmlformats.org/officeDocument/2006/relationships" id="2147483648" r:id="R89c17e3cb91c4620"/>
  </p:sldMasterIdLst>
  <p:notesMasterIdLst>
    <p:notesMasterId xmlns:r="http://schemas.openxmlformats.org/officeDocument/2006/relationships" r:id="R1e9ab14adbae4d8f"/>
  </p:notesMasterIdLst>
  <p:sldIdLst>
    <p:sldId xmlns:r="http://schemas.openxmlformats.org/officeDocument/2006/relationships" id="256" r:id="R8f5cb87180b34330"/>
    <p:sldId xmlns:r="http://schemas.openxmlformats.org/officeDocument/2006/relationships" id="257" r:id="Rd28bb142d25c47c2"/>
    <p:sldId xmlns:r="http://schemas.openxmlformats.org/officeDocument/2006/relationships" id="258" r:id="Rfd7bb28c131f4249"/>
    <p:sldId xmlns:r="http://schemas.openxmlformats.org/officeDocument/2006/relationships" id="259" r:id="R34ef33ce420d4dc3"/>
    <p:sldId xmlns:r="http://schemas.openxmlformats.org/officeDocument/2006/relationships" id="260" r:id="R0ebc88c5b6a249ca"/>
    <p:sldId xmlns:r="http://schemas.openxmlformats.org/officeDocument/2006/relationships" id="261" r:id="R9c014bcaf2734107"/>
    <p:sldId xmlns:r="http://schemas.openxmlformats.org/officeDocument/2006/relationships" id="262" r:id="Rf2731daeae78442c"/>
    <p:sldId xmlns:r="http://schemas.openxmlformats.org/officeDocument/2006/relationships" id="263" r:id="R5427c27faf544b34"/>
    <p:sldId xmlns:r="http://schemas.openxmlformats.org/officeDocument/2006/relationships" id="264" r:id="Rcc1002c1f4184bce"/>
    <p:sldId xmlns:r="http://schemas.openxmlformats.org/officeDocument/2006/relationships" id="265" r:id="R50b50065e696477d"/>
    <p:sldId xmlns:r="http://schemas.openxmlformats.org/officeDocument/2006/relationships" id="266" r:id="R7bac52c04bd6420c"/>
    <p:sldId xmlns:r="http://schemas.openxmlformats.org/officeDocument/2006/relationships" id="267" r:id="R93305ccc779d4fe3"/>
    <p:sldId xmlns:r="http://schemas.openxmlformats.org/officeDocument/2006/relationships" id="268" r:id="R355cbfd4433c42b4"/>
    <p:sldId xmlns:r="http://schemas.openxmlformats.org/officeDocument/2006/relationships" id="269" r:id="Rcf2a0f995e7f4823"/>
    <p:sldId xmlns:r="http://schemas.openxmlformats.org/officeDocument/2006/relationships" id="270" r:id="Rb6c43c547c2243b8"/>
    <p:sldId xmlns:r="http://schemas.openxmlformats.org/officeDocument/2006/relationships" id="271" r:id="Rc741e5ff20fa4faf"/>
    <p:sldId xmlns:r="http://schemas.openxmlformats.org/officeDocument/2006/relationships" id="272" r:id="Rc774983c0bf345c4"/>
    <p:sldId xmlns:r="http://schemas.openxmlformats.org/officeDocument/2006/relationships" id="273" r:id="R9a5d75767c2945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8b3bc35f1d4fe1" /><Relationship Type="http://schemas.openxmlformats.org/officeDocument/2006/relationships/slideMaster" Target="/ppt/slideMasters/slideMaster1.xml" Id="R89c17e3cb91c4620" /><Relationship Type="http://schemas.openxmlformats.org/officeDocument/2006/relationships/notesMaster" Target="/ppt/notesMasters/notesMaster1.xml" Id="R1e9ab14adbae4d8f" /><Relationship Type="http://schemas.openxmlformats.org/officeDocument/2006/relationships/presProps" Target="/ppt/presProps.xml" Id="Rea77887e24c44de3" /><Relationship Type="http://schemas.openxmlformats.org/officeDocument/2006/relationships/viewProps" Target="/ppt/viewProps.xml" Id="Rdcefe9f40f6c46eb" /><Relationship Type="http://schemas.openxmlformats.org/officeDocument/2006/relationships/tableStyles" Target="/ppt/tableStyles.xml" Id="Rbc4cc10552c6435e" /><Relationship Type="http://schemas.openxmlformats.org/officeDocument/2006/relationships/slide" Target="/ppt/slides/slide1.xml" Id="R8f5cb87180b34330" /><Relationship Type="http://schemas.openxmlformats.org/officeDocument/2006/relationships/slide" Target="/ppt/slides/slide2.xml" Id="Rd28bb142d25c47c2" /><Relationship Type="http://schemas.openxmlformats.org/officeDocument/2006/relationships/slide" Target="/ppt/slides/slide3.xml" Id="Rfd7bb28c131f4249" /><Relationship Type="http://schemas.openxmlformats.org/officeDocument/2006/relationships/slide" Target="/ppt/slides/slide4.xml" Id="R34ef33ce420d4dc3" /><Relationship Type="http://schemas.openxmlformats.org/officeDocument/2006/relationships/slide" Target="/ppt/slides/slide5.xml" Id="R0ebc88c5b6a249ca" /><Relationship Type="http://schemas.openxmlformats.org/officeDocument/2006/relationships/slide" Target="/ppt/slides/slide6.xml" Id="R9c014bcaf2734107" /><Relationship Type="http://schemas.openxmlformats.org/officeDocument/2006/relationships/slide" Target="/ppt/slides/slide7.xml" Id="Rf2731daeae78442c" /><Relationship Type="http://schemas.openxmlformats.org/officeDocument/2006/relationships/slide" Target="/ppt/slides/slide8.xml" Id="R5427c27faf544b34" /><Relationship Type="http://schemas.openxmlformats.org/officeDocument/2006/relationships/slide" Target="/ppt/slides/slide9.xml" Id="Rcc1002c1f4184bce" /><Relationship Type="http://schemas.openxmlformats.org/officeDocument/2006/relationships/slide" Target="/ppt/slides/slide10.xml" Id="R50b50065e696477d" /><Relationship Type="http://schemas.openxmlformats.org/officeDocument/2006/relationships/slide" Target="/ppt/slides/slide11.xml" Id="R7bac52c04bd6420c" /><Relationship Type="http://schemas.openxmlformats.org/officeDocument/2006/relationships/slide" Target="/ppt/slides/slide12.xml" Id="R93305ccc779d4fe3" /><Relationship Type="http://schemas.openxmlformats.org/officeDocument/2006/relationships/slide" Target="/ppt/slides/slide13.xml" Id="R355cbfd4433c42b4" /><Relationship Type="http://schemas.openxmlformats.org/officeDocument/2006/relationships/slide" Target="/ppt/slides/slide14.xml" Id="Rcf2a0f995e7f4823" /><Relationship Type="http://schemas.openxmlformats.org/officeDocument/2006/relationships/slide" Target="/ppt/slides/slide15.xml" Id="Rb6c43c547c2243b8" /><Relationship Type="http://schemas.openxmlformats.org/officeDocument/2006/relationships/slide" Target="/ppt/slides/slide16.xml" Id="Rc741e5ff20fa4faf" /><Relationship Type="http://schemas.openxmlformats.org/officeDocument/2006/relationships/slide" Target="/ppt/slides/slide17.xml" Id="Rc774983c0bf345c4" /><Relationship Type="http://schemas.openxmlformats.org/officeDocument/2006/relationships/slide" Target="/ppt/slides/slide18.xml" Id="R9a5d75767c2945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4afc9e2f3c44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15ca9da0814226" /><Relationship Type="http://schemas.openxmlformats.org/officeDocument/2006/relationships/notesMaster" Target="/ppt/notesMasters/notesMaster1.xml" Id="Re033f55ae66f4b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c728ab581e4fda" /><Relationship Type="http://schemas.openxmlformats.org/officeDocument/2006/relationships/notesMaster" Target="/ppt/notesMasters/notesMaster1.xml" Id="R69d1a6d9ce3448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95b21508034e78" /><Relationship Type="http://schemas.openxmlformats.org/officeDocument/2006/relationships/notesMaster" Target="/ppt/notesMasters/notesMaster1.xml" Id="R67086e0fe2144e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3999b740fc421a" /><Relationship Type="http://schemas.openxmlformats.org/officeDocument/2006/relationships/notesMaster" Target="/ppt/notesMasters/notesMaster1.xml" Id="R0959df9f564147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2a426e8e5949dc" /><Relationship Type="http://schemas.openxmlformats.org/officeDocument/2006/relationships/notesMaster" Target="/ppt/notesMasters/notesMaster1.xml" Id="R5b65dc58461342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e5d41dc59c4176" /><Relationship Type="http://schemas.openxmlformats.org/officeDocument/2006/relationships/notesMaster" Target="/ppt/notesMasters/notesMaster1.xml" Id="R3c39c1b6269c4e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522b3e54214320" /><Relationship Type="http://schemas.openxmlformats.org/officeDocument/2006/relationships/notesMaster" Target="/ppt/notesMasters/notesMaster1.xml" Id="R520ff27992c148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1f0f0c062f4414" /><Relationship Type="http://schemas.openxmlformats.org/officeDocument/2006/relationships/notesMaster" Target="/ppt/notesMasters/notesMaster1.xml" Id="R3e94afd7f2ee4a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4c0be6b99e4d9c" /><Relationship Type="http://schemas.openxmlformats.org/officeDocument/2006/relationships/notesMaster" Target="/ppt/notesMasters/notesMaster1.xml" Id="Rc9402d77ec3d4a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f266f3a60b4d68" /><Relationship Type="http://schemas.openxmlformats.org/officeDocument/2006/relationships/notesMaster" Target="/ppt/notesMasters/notesMaster1.xml" Id="R48fdf676c0bc4c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a2a0f233514ad0" /><Relationship Type="http://schemas.openxmlformats.org/officeDocument/2006/relationships/notesMaster" Target="/ppt/notesMasters/notesMaster1.xml" Id="R3f4fdd26713547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64e23fd78e4331" /><Relationship Type="http://schemas.openxmlformats.org/officeDocument/2006/relationships/notesMaster" Target="/ppt/notesMasters/notesMaster1.xml" Id="R82aa829b98f54a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d2aee8ed4e4a00" /><Relationship Type="http://schemas.openxmlformats.org/officeDocument/2006/relationships/notesMaster" Target="/ppt/notesMasters/notesMaster1.xml" Id="Raed94ccacb244c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24f95b56734c11" /><Relationship Type="http://schemas.openxmlformats.org/officeDocument/2006/relationships/notesMaster" Target="/ppt/notesMasters/notesMaster1.xml" Id="Rbef3ec661e4a4a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6549f49dc14140" /><Relationship Type="http://schemas.openxmlformats.org/officeDocument/2006/relationships/notesMaster" Target="/ppt/notesMasters/notesMaster1.xml" Id="R3af25e3b27ec48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97588285da46c8" /><Relationship Type="http://schemas.openxmlformats.org/officeDocument/2006/relationships/notesMaster" Target="/ppt/notesMasters/notesMaster1.xml" Id="Rfb48cb22664743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b37768e8164a30" /><Relationship Type="http://schemas.openxmlformats.org/officeDocument/2006/relationships/notesMaster" Target="/ppt/notesMasters/notesMaster1.xml" Id="R9855382d77464f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22ab87160f45fd" /><Relationship Type="http://schemas.openxmlformats.org/officeDocument/2006/relationships/notesMaster" Target="/ppt/notesMasters/notesMaster1.xml" Id="R10210b3580774f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Good morning. My name is Lello Molinario. This thesis evaluates the robustness of AI-based forensic image-triage tools under adversarial, anti-forensic and out-of-distribution inputs. The goal is not to build a new firearm classifier. The goal is to understand when AI-assisted prioritization can fail, and how those failures can be measured in an auditable way.</a:t>
            </a:r>
          </a:p>
          <a:p xmlns:a="http://schemas.openxmlformats.org/drawingml/2006/main">
            <a:r>
              <a:t>Transition: I will start from the operational risk that motivates the work.</a:t>
            </a:r>
          </a:p>
          <a:p xmlns:a="http://schemas.openxmlformats.org/drawingml/2006/main">
            <a:r>
              <a:t/>
            </a:r>
          </a:p>
          <a:p xmlns:a="http://schemas.openxmlformats.org/drawingml/2006/main">
            <a:r>
              <a:t>[Sources]</a:t>
            </a:r>
          </a:p>
          <a:p xmlns:a="http://schemas.openxmlformats.org/drawingml/2006/main">
            <a:r>
              <a:t>- docs/LatexThesis/main.tex — official thesis title and degree information</a:t>
            </a:r>
          </a:p>
          <a:p xmlns:a="http://schemas.openxmlformats.org/drawingml/2006/main">
            <a:r>
              <a:t>- docs/LatexThesis/sections/00_abstract.tex</a:t>
            </a:r>
          </a:p>
          <a:p xmlns:a="http://schemas.openxmlformats.org/drawingml/2006/main">
            <a:r>
              <a:t>- docs/LatexSlides/assets/logo_RGB.png;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0:30–1:25</a:t>
            </a:r>
          </a:p>
          <a:p xmlns:a="http://schemas.openxmlformats.org/drawingml/2006/main">
            <a:r>
              <a:t>Digital investigations may contain very large image collections, so AI can help decide what an analyst reviews first. The risk is asymmetric. A false positive creates extra work, but a false negative can quietly move relevant evidence out of the priority queue. My central question is therefore: how does forensic image triage behave under adversarial, anti-forensic and out-of-distribution inputs? The contribution is an auditable robustness assessment, not a new classifier.</a:t>
            </a:r>
          </a:p>
          <a:p xmlns:a="http://schemas.openxmlformats.org/drawingml/2006/main">
            <a:r>
              <a:t>Transition: To answer this question, I designed the FAIRLab protocol.</a:t>
            </a:r>
          </a:p>
          <a:p xmlns:a="http://schemas.openxmlformats.org/drawingml/2006/main">
            <a:r>
              <a:t/>
            </a:r>
          </a:p>
          <a:p xmlns:a="http://schemas.openxmlformats.org/drawingml/2006/main">
            <a:r>
              <a:t>[Sources]</a:t>
            </a:r>
          </a:p>
          <a:p xmlns:a="http://schemas.openxmlformats.org/drawingml/2006/main">
            <a:r>
              <a:t>- docs/LatexThesis/sections/01_introduction.tex</a:t>
            </a:r>
          </a:p>
          <a:p xmlns:a="http://schemas.openxmlformats.org/drawingml/2006/main">
            <a:r>
              <a:t>- docs/LatexThesis/sections/04_methodology.tex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1:25–2:20</a:t>
            </a:r>
          </a:p>
          <a:p xmlns:a="http://schemas.openxmlformats.org/drawingml/2006/main">
            <a:r>
              <a:t>FAIRLab connects six stages. I start from a heterogeneous image pool, validate and deduplicate it, and freeze 1,500 source images. I generate controlled perturbations, evaluate three transparent proxies and six commercial configurations, normalize the observable outputs, and interpret the results in forensic terms. Traceability runs through the complete process with identifiers, manifests, checksums, frozen configurations and source-to-output links.</a:t>
            </a:r>
          </a:p>
          <a:p xmlns:a="http://schemas.openxmlformats.org/drawingml/2006/main">
            <a:r>
              <a:t>Transition: This is the exact population behind every comparison.</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2:20–3:10</a:t>
            </a:r>
          </a:p>
          <a:p xmlns:a="http://schemas.openxmlformats.org/drawingml/2006/main">
            <a:r>
              <a:t>The frozen population contains 1,500 source images: 500 weapon, 500 non-weapon and 500 images in a separate OOD branch. The 1,000 binary images produce ten linked variants each, for 10,000 adversarial and anti-forensic files. Together with the clean sources, the tool-facing bundle contains 11,500 files. The variants remain linked to their sources; they are not 10,000 independent cases. OOD is evaluated separately, not as a third supervised class.</a:t>
            </a:r>
          </a:p>
          <a:p xmlns:a="http://schemas.openxmlformats.org/drawingml/2006/main">
            <a:r>
              <a:t>Transition: I used this same frozen population at two evidence levels.</a:t>
            </a:r>
          </a:p>
          <a:p xmlns:a="http://schemas.openxmlformats.org/drawingml/2006/main">
            <a:r>
              <a:t/>
            </a:r>
          </a:p>
          <a:p xmlns:a="http://schemas.openxmlformats.org/drawingml/2006/main">
            <a:r>
              <a:t>[Sources]</a:t>
            </a:r>
          </a:p>
          <a:p xmlns:a="http://schemas.openxmlformats.org/drawingml/2006/main">
            <a:r>
              <a:t>- docs/LatexThesis/sections/04_methodology.tex</a:t>
            </a:r>
          </a:p>
          <a:p xmlns:a="http://schemas.openxmlformats.org/drawingml/2006/main">
            <a:r>
              <a:t>- docs/LatexThesis/sections/05_implementation.tex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3:10–4:05</a:t>
            </a:r>
          </a:p>
          <a:p xmlns:a="http://schemas.openxmlformats.org/drawingml/2006/main">
            <a:r>
              <a:t>The first evidence level uses transparent proxy models: EfficientNet-B0, ResNet18 and a CLIP-based proxy. Here I can inspect predictions, gradients and fold-aware checkpoints. The second level uses four commercial black-box systems in six configurations, where only analyst-visible outputs are available. The threat model is essential: model-dependent attacks are direct only on EfficientNet-B0. On every other system, the same files measure empirical transfer. Color Shift and the five anti-forensic transformations are model-agnostic conditions.</a:t>
            </a:r>
          </a:p>
          <a:p xmlns:a="http://schemas.openxmlformats.org/drawingml/2006/main">
            <a:r>
              <a:t>Transition: Different outputs can be compared only after an explicit normalization step.</a:t>
            </a:r>
          </a:p>
          <a:p xmlns:a="http://schemas.openxmlformats.org/drawingml/2006/main">
            <a:r>
              <a:t/>
            </a:r>
          </a:p>
          <a:p xmlns:a="http://schemas.openxmlformats.org/drawingml/2006/main">
            <a:r>
              <a:t>[Sources]</a:t>
            </a:r>
          </a:p>
          <a:p xmlns:a="http://schemas.openxmlformats.org/drawingml/2006/main">
            <a:r>
              <a:t>- docs/LatexThesis/sections/00_abstract.tex</a:t>
            </a:r>
          </a:p>
          <a:p xmlns:a="http://schemas.openxmlformats.org/drawingml/2006/main">
            <a:r>
              <a:t>- docs/LatexThesis/sections/04_methodology.tex — evaluated systems and attack pathways</a:t>
            </a:r>
          </a:p>
          <a:p xmlns:a="http://schemas.openxmlformats.org/drawingml/2006/main">
            <a:r>
              <a:t>- evaluation/forensic_tools/tool_version_log.csv</a:t>
            </a:r>
          </a:p>
          <a:p xmlns:a="http://schemas.openxmlformats.org/drawingml/2006/main">
            <a:r>
              <a:t>- models/model_registry.json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4:05–4:50</a:t>
            </a:r>
          </a:p>
          <a:p xmlns:a="http://schemas.openxmlformats.org/drawingml/2006/main">
            <a:r>
              <a:t>Commercial tools expose tags, bookmarks, labels or retrieval results rather than one common prediction interface. I therefore freeze a mapping for every tool version and configuration and normalize each output into weapon, non-weapon or unknown. This makes directional errors comparable. The false-negative rate represents missed-target risk; the false-positive rate represents review workload. OOD weapon assignment is reported separately. No unknown state occurred in the 69,000 normalized commercial decisions, but the protocol keeps that state explicit.</a:t>
            </a:r>
          </a:p>
          <a:p xmlns:a="http://schemas.openxmlformats.org/drawingml/2006/main">
            <a:r>
              <a:t>Transition: With the comparison rules fixed, we can now examine the main results.</a:t>
            </a:r>
          </a:p>
          <a:p xmlns:a="http://schemas.openxmlformats.org/drawingml/2006/main">
            <a:r>
              <a:t/>
            </a:r>
          </a:p>
          <a:p xmlns:a="http://schemas.openxmlformats.org/drawingml/2006/main">
            <a:r>
              <a:t>[Sources]</a:t>
            </a:r>
          </a:p>
          <a:p xmlns:a="http://schemas.openxmlformats.org/drawingml/2006/main">
            <a:r>
              <a:t>- docs/LatexThesis/sections/05_implementation.tex — output normalization</a:t>
            </a:r>
          </a:p>
          <a:p xmlns:a="http://schemas.openxmlformats.org/drawingml/2006/main">
            <a:r>
              <a:t>- docs/LatexThesis/sections/06_results.tex — metric definitions and decision counts</a:t>
            </a:r>
          </a:p>
          <a:p xmlns:a="http://schemas.openxmlformats.org/drawingml/2006/main">
            <a:r>
              <a:t>- evaluation/forensic_tools/normalized_predictions_public_summary.json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4:50–5:55</a:t>
            </a:r>
          </a:p>
          <a:p xmlns:a="http://schemas.openxmlformats.org/drawingml/2006/main">
            <a:r>
              <a:t>EfficientNet-B0 reaches 97.8 percent clean accuracy. Under the strongest direct Sigma Zero condition, it falls to 1.5 percent: a drop of 96.3 percentage points. The same generated artifacts do not transfer uniformly. The worst transferred accuracies are 91.8 percent for ResNet18 and 91.4 percent for CLIP. These are different claims: the first is direct-target vulnerability; the others are empirical transfer. Aggregate anti-forensic effects are smaller, with a largest proxy drop of 3.0 points, but directional errors still matter.</a:t>
            </a:r>
          </a:p>
          <a:p xmlns:a="http://schemas.openxmlformats.org/drawingml/2006/main">
            <a:r>
              <a:t>Transition: The commercial-tool heatmap shows that transfer is also configuration-dependent.</a:t>
            </a:r>
          </a:p>
          <a:p xmlns:a="http://schemas.openxmlformats.org/drawingml/2006/main">
            <a:r>
              <a:t/>
            </a:r>
          </a:p>
          <a:p xmlns:a="http://schemas.openxmlformats.org/drawingml/2006/main">
            <a:r>
              <a:t>[Sources]</a:t>
            </a:r>
          </a:p>
          <a:p xmlns:a="http://schemas.openxmlformats.org/drawingml/2006/main">
            <a:r>
              <a:t>- results/metrics/proxy_model_clean_metrics.csv</a:t>
            </a:r>
          </a:p>
          <a:p xmlns:a="http://schemas.openxmlformats.org/drawingml/2006/main">
            <a:r>
              <a:t>- results/metrics/proxy_model_adversarial_metrics.csv</a:t>
            </a:r>
          </a:p>
          <a:p xmlns:a="http://schemas.openxmlformats.org/drawingml/2006/main">
            <a:r>
              <a:t>- results/metrics/proxy_model_anti_forensic_metrics.csv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5:55–7:00</a:t>
            </a:r>
          </a:p>
          <a:p xmlns:a="http://schemas.openxmlformats.org/drawingml/2006/main">
            <a:r>
              <a:t>This heatmap is the clearest publication visual for black-box transfer. I would not read every cell. The message is heterogeneity: the same EfficientNet-generated artifacts have different effects across tools and across settings of the same tool. The largest observed effects are Sigma Zero transfers on Excire D50 and D80, with drops of 20.2 and 25.8 percentage points. These are transfer results, not direct attacks on proprietary models, and they do not create a product ranking.</a:t>
            </a:r>
          </a:p>
          <a:p xmlns:a="http://schemas.openxmlformats.org/drawingml/2006/main">
            <a:r>
              <a:t>Transition: Configuration also changes the ordinary clean-condition error trade-off.</a:t>
            </a:r>
          </a:p>
          <a:p xmlns:a="http://schemas.openxmlformats.org/drawingml/2006/main">
            <a:r>
              <a:t/>
            </a:r>
          </a:p>
          <a:p xmlns:a="http://schemas.openxmlformats.org/drawingml/2006/main">
            <a:r>
              <a:t>[Sources]</a:t>
            </a:r>
          </a:p>
          <a:p xmlns:a="http://schemas.openxmlformats.org/drawingml/2006/main">
            <a:r>
              <a:t>- results/figures/chapter_5/fig_forensic_tools_adversarial_accuracy_drop_heatmap.png</a:t>
            </a:r>
          </a:p>
          <a:p xmlns:a="http://schemas.openxmlformats.org/drawingml/2006/main">
            <a:r>
              <a:t>- results/figures/chapter_5/tab_forensic_tools_worst_cases.csv</a:t>
            </a:r>
          </a:p>
          <a:p xmlns:a="http://schemas.openxmlformats.org/drawingml/2006/main">
            <a:r>
              <a:t>- FAIRLab manuscript, black-box transfer heatmap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7:00–8:05</a:t>
            </a:r>
          </a:p>
          <a:p xmlns:a="http://schemas.openxmlformats.org/drawingml/2006/main">
            <a:r>
              <a:t>One accuracy value is not enough. For Excire, moving from distance 20 to distance 80 reduces the missed-target rate from 12.0 to 1.4 percent. However, the false-positive rate rises from 2.6 to 15.6 percent, and OOD weapon assignment rises from 23.8 to 52.2 percent. A setting can therefore reduce silent misses while creating much more review work and more OOD routing. These rows are frozen operating profiles, not a universal ranking of products.</a:t>
            </a:r>
          </a:p>
          <a:p xmlns:a="http://schemas.openxmlformats.org/drawingml/2006/main">
            <a:r>
              <a:t>Transition: The separate OOD branch makes that third behavior visible.</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a:p xmlns:a="http://schemas.openxmlformats.org/drawingml/2006/main">
            <a:r>
              <a:t>- docs/LatexThesis/sections/07_conclusions.tex — RQ3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8:05–8:55</a:t>
            </a:r>
          </a:p>
          <a:p xmlns:a="http://schemas.openxmlformats.org/drawingml/2006/main">
            <a:r>
              <a:t>Every evaluated system assigns at least some OOD images to the weapon-oriented state. The CLIP proxy reaches 83.6 percent, while the commercial configurations range from 23.8 to 52.2 percent. For CLIP, 500 OOD images are evaluated by five fold-specific checkpoints, so 83.6 percent refers to 2,500 responses. Each commercial rate uses one normalized decision per image. These values are not supervised false-positive rates; they describe closed-set operating behavior.</a:t>
            </a:r>
          </a:p>
          <a:p xmlns:a="http://schemas.openxmlformats.org/drawingml/2006/main">
            <a:r>
              <a:t>Transition: One explainability case shows why even a very concentrated output is not a guarantee.</a:t>
            </a:r>
          </a:p>
          <a:p xmlns:a="http://schemas.openxmlformats.org/drawingml/2006/main">
            <a:r>
              <a:t/>
            </a:r>
          </a:p>
          <a:p xmlns:a="http://schemas.openxmlformats.org/drawingml/2006/main">
            <a:r>
              <a:t>[Sources]</a:t>
            </a:r>
          </a:p>
          <a:p xmlns:a="http://schemas.openxmlformats.org/drawingml/2006/main">
            <a:r>
              <a:t>- results/metrics/proxy_model_ood_metrics.csv</a:t>
            </a:r>
          </a:p>
          <a:p xmlns:a="http://schemas.openxmlformats.org/drawingml/2006/main">
            <a:r>
              <a:t>- results/figures/chapter_5/tab_forensic_tools_ood_metrics.csv</a:t>
            </a:r>
          </a:p>
          <a:p xmlns:a="http://schemas.openxmlformats.org/drawingml/2006/main">
            <a:r>
              <a:t>- docs/LatexThesis/sections/05_implementation.tex — OOD denominator rule</a:t>
            </a:r>
          </a:p>
          <a:p xmlns:a="http://schemas.openxmlformats.org/drawingml/2006/main">
            <a:r>
              <a:t>- docs/LatexThesis/sections/07_conclusions.tex — RQ1, RQ3 and RQ4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8:55–9:45</a:t>
            </a:r>
          </a:p>
          <a:p xmlns:a="http://schemas.openxmlformats.org/drawingml/2006/main">
            <a:r>
              <a:t>In case 0015, the reference class is non-weapon. After Sigma Zero, the proxy predicts weapon with a maximum predicted-class probability of 1.000. Integrated Gradients helps inspect where this selected proxy response is concentrated, but the claim is deliberately limited. The attribution is a qualitative diagnostic. It does not certify correctness, calibrate confidence or explain the internal behavior of a proprietary tool.</a:t>
            </a:r>
          </a:p>
          <a:p xmlns:a="http://schemas.openxmlformats.org/drawingml/2006/main">
            <a:r>
              <a:t>Transition: These findings lead to a clear operational rule.</a:t>
            </a:r>
          </a:p>
          <a:p xmlns:a="http://schemas.openxmlformats.org/drawingml/2006/main">
            <a:r>
              <a:t/>
            </a:r>
          </a:p>
          <a:p xmlns:a="http://schemas.openxmlformats.org/drawingml/2006/main">
            <a:r>
              <a:t>[Sources]</a:t>
            </a:r>
          </a:p>
          <a:p xmlns:a="http://schemas.openxmlformats.org/drawingml/2006/main">
            <a:r>
              <a:t>- docs/LatexThesis/sections/06_results.tex — maximum-probability adversarial false positive</a:t>
            </a:r>
          </a:p>
          <a:p xmlns:a="http://schemas.openxmlformats.org/drawingml/2006/main">
            <a:r>
              <a:t>- docs/LatexThesis/images/fig_xai_case5_adversarial_high_conf_failure_input.png</a:t>
            </a:r>
          </a:p>
          <a:p xmlns:a="http://schemas.openxmlformats.org/drawingml/2006/main">
            <a:r>
              <a:t>- docs/LatexThesis/images/fig_xai_case5_adversarial_high_conf_failure_heatmap.png</a:t>
            </a:r>
          </a:p>
          <a:p xmlns:a="http://schemas.openxmlformats.org/drawingml/2006/main">
            <a:r>
              <a:t>- docs/LatexThesis/images/fig_xai_case5_adversarial_high_conf_failure_overlay.png</a:t>
            </a:r>
          </a:p>
          <a:p xmlns:a="http://schemas.openxmlformats.org/drawingml/2006/main">
            <a:r>
              <a:t>- explainability/manifests/chapter5/thesis_selection.csv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9:45–10:40</a:t>
            </a:r>
          </a:p>
          <a:p xmlns:a="http://schemas.openxmlformats.org/drawingml/2006/main">
            <a:r>
              <a:t>AI can still be useful, but it should create a prioritized queue rather than an irreversible exclusion. The analyst reviews the context and makes the final decision. Every action should preserve the tool version, configuration, output mapping and validation context. This keeps the efficiency benefit while making the process reviewable and defensible. The practical rule is simple: use AI to prioritize evidence review, never to silently exclude evidence.</a:t>
            </a:r>
          </a:p>
          <a:p xmlns:a="http://schemas.openxmlformats.org/drawingml/2006/main">
            <a:r>
              <a:t>Transition: Before I close, I will state the boundaries that keep this result defensible.</a:t>
            </a:r>
          </a:p>
          <a:p xmlns:a="http://schemas.openxmlformats.org/drawingml/2006/main">
            <a:r>
              <a:t/>
            </a:r>
          </a:p>
          <a:p xmlns:a="http://schemas.openxmlformats.org/drawingml/2006/main">
            <a:r>
              <a:t>[Sources]</a:t>
            </a:r>
          </a:p>
          <a:p xmlns:a="http://schemas.openxmlformats.org/drawingml/2006/main">
            <a:r>
              <a:t>- docs/LatexThesis/sections/07_conclusions.tex — operational implications and recommendations</a:t>
            </a:r>
          </a:p>
          <a:p xmlns:a="http://schemas.openxmlformats.org/drawingml/2006/main">
            <a:r>
              <a:t>- docs/LatexThesis/sections/00_abstract.tex — concluding paragraph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10:40–11:25</a:t>
            </a:r>
          </a:p>
          <a:p xmlns:a="http://schemas.openxmlformats.org/drawingml/2006/main">
            <a:r>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causal irrelevance for every decision. The work makes no legal-admissibility, certification or universal-ranking claim.</a:t>
            </a:r>
          </a:p>
          <a:p xmlns:a="http://schemas.openxmlformats.org/drawingml/2006/main">
            <a:r>
              <a:t>Transition: I will finish with three points to remember.</a:t>
            </a:r>
          </a:p>
          <a:p xmlns:a="http://schemas.openxmlformats.org/drawingml/2006/main">
            <a:r>
              <a:t/>
            </a:r>
          </a:p>
          <a:p xmlns:a="http://schemas.openxmlformats.org/drawingml/2006/main">
            <a:r>
              <a:t>[Sources]</a:t>
            </a:r>
          </a:p>
          <a:p xmlns:a="http://schemas.openxmlformats.org/drawingml/2006/main">
            <a:r>
              <a:t>- results/figures/chapter_5/embedded_metadata_sensitivity_summary.json</a:t>
            </a:r>
          </a:p>
          <a:p xmlns:a="http://schemas.openxmlformats.org/drawingml/2006/main">
            <a:r>
              <a:t>- docs/LatexThesis/sections/06_results.tex</a:t>
            </a:r>
          </a:p>
          <a:p xmlns:a="http://schemas.openxmlformats.org/drawingml/2006/main">
            <a:r>
              <a:t>- docs/LatexThesis/sections/07_conclusions.tex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11:25–12:15</a:t>
            </a:r>
          </a:p>
          <a:p xmlns:a="http://schemas.openxmlformats.org/drawingml/2006/main">
            <a:r>
              <a:t>First, clean performance is only a baseline; robustness depends on the condition. Second, direct attacks, empirical transfer, OOD behavior and configuration trade-offs are distinct dimensions and must not be mixed. Third, FAIRLab makes those dimensions traceable, auditable and reviewable by a forensic expert. The final message is: AI can prioritize evidence, but it must not silently exclude it. Thank you. I am happy to take your questions.</a:t>
            </a:r>
          </a:p>
          <a:p xmlns:a="http://schemas.openxmlformats.org/drawingml/2006/main">
            <a:r>
              <a:t/>
            </a:r>
          </a:p>
          <a:p xmlns:a="http://schemas.openxmlformats.org/drawingml/2006/main">
            <a:r>
              <a:t>[Sources]</a:t>
            </a:r>
          </a:p>
          <a:p xmlns:a="http://schemas.openxmlformats.org/drawingml/2006/main">
            <a:r>
              <a:t>- docs/LatexThesis/sections/07_conclusions.tex</a:t>
            </a:r>
          </a:p>
          <a:p xmlns:a="http://schemas.openxmlformats.org/drawingml/2006/main">
            <a:r>
              <a:t>- docs/LatexSlides/assets/logo_RGB.png; theme license in docs/LatexSlides/LICENSE.txt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B1 · Research questions</a:t>
            </a:r>
          </a:p>
          <a:p xmlns:a="http://schemas.openxmlformats.org/drawingml/2006/main">
            <a:r>
              <a:t>Use this slide if the commission asks how the thesis claims map to the formal research questions. Answer briefly: RQ1 covers clean, OOD, adversarial and anti-forensic behavior of the proxies; RQ2 separates direct attack, transfer and model-agnostic conditions; RQ3 concerns black-box outputs and configuration profiles; RQ4 connects directional errors and OOD routing to continued human review. Repeat that the assessment is protocol-specific, not certification or legal validation.</a:t>
            </a:r>
          </a:p>
          <a:p xmlns:a="http://schemas.openxmlformats.org/drawingml/2006/main">
            <a:r>
              <a:t/>
            </a:r>
          </a:p>
          <a:p xmlns:a="http://schemas.openxmlformats.org/drawingml/2006/main">
            <a:r>
              <a:t>[Sources]</a:t>
            </a:r>
          </a:p>
          <a:p xmlns:a="http://schemas.openxmlformats.org/drawingml/2006/main">
            <a:r>
              <a:t>- docs/LatexThesis/sections/01_introduction.tex — Research Questions</a:t>
            </a:r>
          </a:p>
          <a:p xmlns:a="http://schemas.openxmlformats.org/drawingml/2006/main">
            <a:r>
              <a:t>- docs/LatexThesis/sections/07_conclusions.tex — Answers to the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B2 · Perturbation suite</a:t>
            </a:r>
          </a:p>
          <a:p xmlns:a="http://schemas.openxmlformats.org/drawingml/2006/main">
            <a:r>
              <a:t>Use this slide if the commission asks which conditions were evaluated. The adversarial or adversarial-style group includes FGSM, One Pixel, Sigma Zero, SuperDeepFool and deterministic model-agnostic Color Shift. The anti-forensic group includes JPEG recompression, resampling, Gaussian blur, histogram modification and contrast stretching. Stress again that model-dependent attacks are direct only on EfficientNet-B0 and are transfer tests elsewhere.</a:t>
            </a:r>
          </a:p>
          <a:p xmlns:a="http://schemas.openxmlformats.org/drawingml/2006/main">
            <a:r>
              <a:t/>
            </a:r>
          </a:p>
          <a:p xmlns:a="http://schemas.openxmlformats.org/drawingml/2006/main">
            <a:r>
              <a:t>[Sources]</a:t>
            </a:r>
          </a:p>
          <a:p xmlns:a="http://schemas.openxmlformats.org/drawingml/2006/main">
            <a:r>
              <a:t>- docs/LatexThesis/sections/04_methodology.tex — perturbation definitions</a:t>
            </a:r>
          </a:p>
          <a:p xmlns:a="http://schemas.openxmlformats.org/drawingml/2006/main">
            <a:r>
              <a:t>- attacks/manifests/README.md</a:t>
            </a:r>
          </a:p>
          <a:p xmlns:a="http://schemas.openxmlformats.org/drawingml/2006/main">
            <a:r>
              <a:t>- docs/LatexThesis/sections/07_conclusions.tex — RQ2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B3 · Traceability and reproducibility</a:t>
            </a:r>
          </a:p>
          <a:p xmlns:a="http://schemas.openxmlformats.org/drawingml/2006/main">
            <a:r>
              <a:t>Use this slide if the commission asks how a reported number can be audited. Start from the source manifest, follow the source-condition identifier to the derived file, then to the proxy or tool output, the normalized operational state, the metric table and the final figure. SHA-256 digests, frozen registries and explicit mapping rules protect this chain.</a:t>
            </a:r>
          </a:p>
          <a:p xmlns:a="http://schemas.openxmlformats.org/drawingml/2006/main">
            <a:r>
              <a:t/>
            </a:r>
          </a:p>
          <a:p xmlns:a="http://schemas.openxmlformats.org/drawingml/2006/main">
            <a:r>
              <a:t>[Sources]</a:t>
            </a:r>
          </a:p>
          <a:p xmlns:a="http://schemas.openxmlformats.org/drawingml/2006/main">
            <a:r>
              <a:t>- docs/artifact/THESIS_ARTIFACT.md</a:t>
            </a:r>
          </a:p>
          <a:p xmlns:a="http://schemas.openxmlformats.org/drawingml/2006/main">
            <a:r>
              <a:t>- docs/artifact/REPRODUCIBILITY.md</a:t>
            </a:r>
          </a:p>
          <a:p xmlns:a="http://schemas.openxmlformats.org/drawingml/2006/main">
            <a:r>
              <a:t>- docs/artifact/CONTROLLED_ARTIFACT_CHECKSUMS.sha256</a:t>
            </a:r>
          </a:p>
          <a:p xmlns:a="http://schemas.openxmlformats.org/drawingml/2006/main">
            <a:r>
              <a:t>- docs/LatexThesis/sections/05_implementation.tex — traceability and integrity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B4 · Exact commercial metrics</a:t>
            </a:r>
          </a:p>
          <a:p xmlns:a="http://schemas.openxmlformats.org/drawingml/2006/main">
            <a:r>
              <a:t>Use this table only for a numerical question about one commercial configuration. Keep clean binary metrics and OOD routing separate. The strongest clean accuracy in this frozen comparison is 97.8 percent for Griffeye/T3K, but the rows are operating profiles under specific versions and settings; they do not establish a general product ranking.</a:t>
            </a:r>
          </a:p>
          <a:p xmlns:a="http://schemas.openxmlformats.org/drawingml/2006/main">
            <a:r>
              <a:t/>
            </a:r>
          </a:p>
          <a:p xmlns:a="http://schemas.openxmlformats.org/drawingml/2006/main">
            <a:r>
              <a:t>[Sources]</a:t>
            </a:r>
          </a:p>
          <a:p xmlns:a="http://schemas.openxmlformats.org/drawingml/2006/main">
            <a:r>
              <a:t>- results/figures/chapter_5/tab_forensic_tools_clean_metrics.csv</a:t>
            </a:r>
          </a:p>
          <a:p xmlns:a="http://schemas.openxmlformats.org/drawingml/2006/main">
            <a:r>
              <a:t>- results/figures/chapter_5/tab_forensic_tools_ood_metrics.csv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69e202460449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1d7ad390054e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667e811fdf4e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fe7f03617843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4920988d644a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e42e97832a4b5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b0b66cd6af44e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5d9243fd48445f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96304fc5165469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15089f9a951485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ed8e0ac0816419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8DB6DC-E063-4C95-B7B6-18A89B19309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B6458F3-DEF4-4E74-90D7-A6CFC6E9EEC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68E6159-AEF2-436B-AD0D-300A104E7B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8D0553C7-FFA7-49E1-A235-16CA36E4E6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C081E00-2BEC-4075-90C4-CFC44EDE30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CDCDE2-EC61-4F5B-880C-33A7790A7C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79B4628-C1DE-40AC-BDA3-B903DF2A384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AFDE277-33BE-4446-97AE-44467DBA3D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3B517663-0F9B-47BC-BDE8-9142A67B5E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0C35A8-30BB-466D-92CB-18D5154287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818B1F-DD36-4780-BFC5-310492F5FE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860CB1-3D2D-4251-9A8A-4FF50D93991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75557EC-AFCA-4E22-9F26-0FB019F0BA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175A50AD-4A24-409F-A142-AE6C1EE1AC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1A7DB3-0CCE-4B73-823D-F04AC0D1EB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5CD41A-3909-47A2-95D9-38FEE70376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B5B6AAF-BEEA-4CEA-A916-D654B1375A5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389DD6A-2D90-4166-A9EE-903D16CAA7B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80A4F4A-B7E3-4623-9AEA-A4CD8EAECF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C2CC5959-F783-4E91-B12E-EDAD95F108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91C8CAC-6FA5-4F6C-A71A-27061AB321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5CE595-36FE-428E-BE96-BD221BACB6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3819F1B-B435-4117-AA3D-8C0CAF9C30B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E6DA375-0CC3-4E73-9EB5-CCB3FD21EF5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F7DD439-42EA-45E1-BDE6-318C9D104E42}"/>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46805BB-EB86-4603-A671-DC22CC8DF44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A69D72F-70A5-4C5C-AD07-00B42AB268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8" name="Footer Placeholder 7">
            <a:extLst xmlns:a="http://schemas.openxmlformats.org/drawingml/2006/main">
              <a:ext uri="{FF2B5EF4-FFF2-40B4-BE49-F238E27FC236}">
                <a16:creationId xmlns:a16="http://schemas.microsoft.com/office/drawing/2014/main" id="{099064B0-BBC0-4762-A0C7-CFB35B3E0F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215CA60-B417-4C38-9CEF-45D71C32AA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7578BC-66CB-4605-8371-D7CE3C0968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FA87690-DE1A-4C8D-BDDE-AD99E99A5C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4" name="Footer Placeholder 3">
            <a:extLst xmlns:a="http://schemas.openxmlformats.org/drawingml/2006/main">
              <a:ext uri="{FF2B5EF4-FFF2-40B4-BE49-F238E27FC236}">
                <a16:creationId xmlns:a16="http://schemas.microsoft.com/office/drawing/2014/main" id="{3F680584-8E32-4755-A818-91F7B782EE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779BFB0-617E-429E-B7B9-7C6BB54E1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FE7E42A-7458-42ED-A3B7-AD723AA2CC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3" name="Footer Placeholder 2">
            <a:extLst xmlns:a="http://schemas.openxmlformats.org/drawingml/2006/main">
              <a:ext uri="{FF2B5EF4-FFF2-40B4-BE49-F238E27FC236}">
                <a16:creationId xmlns:a16="http://schemas.microsoft.com/office/drawing/2014/main" id="{8761F3E5-4678-4403-B401-D64A135C4E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C9EF1D2-B6B8-45DA-B76E-8FA56FDEE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2A6176-68E0-4FA0-9BDC-287A293ED3D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F26C89E-D46D-4222-8E58-66D98851302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541E7EA-2690-4907-A27C-945DDB4C41D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B577236-C748-4945-88C1-A0D7A3F00B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C6010D2C-380A-4777-B04C-010EC9C336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EF9276-37EF-4AB6-9801-C549160E02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1FC540-6228-445D-86C0-D79BF7AA0DC2}"/>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312FC71-A96C-44BB-A277-8A81822FE9A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40EBC7F-89EB-4D1A-965E-6EB9F82A492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EF697E-1F7D-42F8-9E1A-0EC7F1A3B3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6" name="Footer Placeholder 5">
            <a:extLst xmlns:a="http://schemas.openxmlformats.org/drawingml/2006/main">
              <a:ext uri="{FF2B5EF4-FFF2-40B4-BE49-F238E27FC236}">
                <a16:creationId xmlns:a16="http://schemas.microsoft.com/office/drawing/2014/main" id="{FF0F8D75-D6BB-4D73-9D65-D17EA5BB52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B7FB32C-3732-44E4-9220-E015D01AB6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FC8B4B-CC31-495B-A04F-A6C392A238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7DADADB-A65B-4E39-8B9D-8CAE0D78A24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DE9904A-A67A-4F38-BF91-4D30D967DC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FB20E72A-1994-4537-86B6-465DABE14D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34082B7-07AA-4036-9DDD-DC72434839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0B8711-C9F4-413D-8B29-0029BDA2BE2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50DE2CF-B073-4D05-9BF4-0AFDD831769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FA55F7D-C61A-43EC-BDE6-728D1D6489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B307FD32-5EAC-4BCB-9FF0-E6F3F49021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1DE324-D168-4B61-BF7A-4C9215F4B2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bed0780d65425a" /><Relationship Type="http://schemas.openxmlformats.org/officeDocument/2006/relationships/slideLayout" Target="/ppt/slideLayouts/slideLayout1.xml" Id="R8e2ba06a7ea54b3e" /><Relationship Type="http://schemas.openxmlformats.org/officeDocument/2006/relationships/slideLayout" Target="/ppt/slideLayouts/slideLayout2.xml" Id="R92a3a18486c345ca" /><Relationship Type="http://schemas.openxmlformats.org/officeDocument/2006/relationships/slideLayout" Target="/ppt/slideLayouts/slideLayout3.xml" Id="R6398f7b916fc4e53" /><Relationship Type="http://schemas.openxmlformats.org/officeDocument/2006/relationships/slideLayout" Target="/ppt/slideLayouts/slideLayout4.xml" Id="Rb0219f82d8f14a53" /><Relationship Type="http://schemas.openxmlformats.org/officeDocument/2006/relationships/slideLayout" Target="/ppt/slideLayouts/slideLayout5.xml" Id="R35c8561e76de4dee" /><Relationship Type="http://schemas.openxmlformats.org/officeDocument/2006/relationships/slideLayout" Target="/ppt/slideLayouts/slideLayout6.xml" Id="Rbc2ea3f388774716" /><Relationship Type="http://schemas.openxmlformats.org/officeDocument/2006/relationships/slideLayout" Target="/ppt/slideLayouts/slideLayout7.xml" Id="R79fadfe3e9c243e9" /><Relationship Type="http://schemas.openxmlformats.org/officeDocument/2006/relationships/slideLayout" Target="/ppt/slideLayouts/slideLayout8.xml" Id="R8bdaaf2d4abd406e" /><Relationship Type="http://schemas.openxmlformats.org/officeDocument/2006/relationships/slideLayout" Target="/ppt/slideLayouts/slideLayout9.xml" Id="Rf522f3d615514579" /><Relationship Type="http://schemas.openxmlformats.org/officeDocument/2006/relationships/slideLayout" Target="/ppt/slideLayouts/slideLayout10.xml" Id="R762bded5f60b4229" /><Relationship Type="http://schemas.openxmlformats.org/officeDocument/2006/relationships/slideLayout" Target="/ppt/slideLayouts/slideLayout11.xml" Id="Re1de952af22246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A03E93-00E9-4A6B-A0E2-6EFE99D38ED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55EB488-BBB0-4243-BBDE-AA230682474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A46BD0A-CC69-499C-8F43-F4C52E467D2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9/4/2026</a:t>
            </a:fld>
            <a:endParaRPr/>
          </a:p>
        </p:txBody>
      </p:sp>
      <p:sp>
        <p:nvSpPr>
          <p:cNvPr id="5" name="Footer Placeholder 4">
            <a:extLst xmlns:a="http://schemas.openxmlformats.org/drawingml/2006/main">
              <a:ext uri="{FF2B5EF4-FFF2-40B4-BE49-F238E27FC236}">
                <a16:creationId xmlns:a16="http://schemas.microsoft.com/office/drawing/2014/main" id="{50272A18-0833-4409-B631-EFC143341D1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B78FB27-D5F1-4963-AD32-CC01B1D84F5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2ba06a7ea54b3e"/>
    <p:sldLayoutId xmlns:r="http://schemas.openxmlformats.org/officeDocument/2006/relationships" id="2147483650" r:id="R92a3a18486c345ca"/>
    <p:sldLayoutId xmlns:r="http://schemas.openxmlformats.org/officeDocument/2006/relationships" id="2147483651" r:id="R6398f7b916fc4e53"/>
    <p:sldLayoutId xmlns:r="http://schemas.openxmlformats.org/officeDocument/2006/relationships" id="2147483652" r:id="Rb0219f82d8f14a53"/>
    <p:sldLayoutId xmlns:r="http://schemas.openxmlformats.org/officeDocument/2006/relationships" id="2147483653" r:id="R35c8561e76de4dee"/>
    <p:sldLayoutId xmlns:r="http://schemas.openxmlformats.org/officeDocument/2006/relationships" id="2147483654" r:id="Rbc2ea3f388774716"/>
    <p:sldLayoutId xmlns:r="http://schemas.openxmlformats.org/officeDocument/2006/relationships" id="2147483655" r:id="R79fadfe3e9c243e9"/>
    <p:sldLayoutId xmlns:r="http://schemas.openxmlformats.org/officeDocument/2006/relationships" id="2147483656" r:id="R8bdaaf2d4abd406e"/>
    <p:sldLayoutId xmlns:r="http://schemas.openxmlformats.org/officeDocument/2006/relationships" id="2147483657" r:id="Rf522f3d615514579"/>
    <p:sldLayoutId xmlns:r="http://schemas.openxmlformats.org/officeDocument/2006/relationships" id="2147483658" r:id="R762bded5f60b4229"/>
    <p:sldLayoutId xmlns:r="http://schemas.openxmlformats.org/officeDocument/2006/relationships" id="2147483659" r:id="Re1de952af2224696"/>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a7a0d0be2854e6d" /><Relationship Type="http://schemas.openxmlformats.org/officeDocument/2006/relationships/image" Target="/ppt/media/image.png" Id="R02142dca8aa54345" /><Relationship Type="http://schemas.openxmlformats.org/officeDocument/2006/relationships/notesSlide" Target="/ppt/notesSlides/notesSlide1.xml" Id="Rb0d2d11ef26f49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8a91a0809804d6d" /><Relationship Type="http://schemas.openxmlformats.org/officeDocument/2006/relationships/notesSlide" Target="/ppt/notesSlides/notesSlide2.xml" Id="Rc9f85b4165b649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f1855c19fca4461" /><Relationship Type="http://schemas.openxmlformats.org/officeDocument/2006/relationships/notesSlide" Target="/ppt/notesSlides/notesSlide3.xml" Id="R5c63a6cb9ca341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988c8e2dd94443d" /><Relationship Type="http://schemas.openxmlformats.org/officeDocument/2006/relationships/notesSlide" Target="/ppt/notesSlides/notesSlide4.xml" Id="Raeaa3e9c9c2c4e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12ccd187de8429f" /><Relationship Type="http://schemas.openxmlformats.org/officeDocument/2006/relationships/notesSlide" Target="/ppt/notesSlides/notesSlide5.xml" Id="Rbe641854486342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99bb3a466124edd" /><Relationship Type="http://schemas.openxmlformats.org/officeDocument/2006/relationships/notesSlide" Target="/ppt/notesSlides/notesSlide6.xml" Id="Re08229130f034d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26b3cb5dcee4ed5" /><Relationship Type="http://schemas.openxmlformats.org/officeDocument/2006/relationships/notesSlide" Target="/ppt/notesSlides/notesSlide7.xml" Id="Ra96b2a0e2c2f48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56842ee7fef4cbc" /><Relationship Type="http://schemas.openxmlformats.org/officeDocument/2006/relationships/image" Target="/ppt/media/image.jpeg" Id="R4de97368e3644094" /><Relationship Type="http://schemas.openxmlformats.org/officeDocument/2006/relationships/notesSlide" Target="/ppt/notesSlides/notesSlide8.xml" Id="Rdeafa1c1eff346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c66eb77cb1045b0" /><Relationship Type="http://schemas.openxmlformats.org/officeDocument/2006/relationships/chart" Target="/ppt/slides/charts/chart1.xml" Id="Reeba0bde2f5943bd" /><Relationship Type="http://schemas.openxmlformats.org/officeDocument/2006/relationships/notesSlide" Target="/ppt/notesSlides/notesSlide9.xml" Id="R3208c23b68c647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4a9f6d856134e8b" /><Relationship Type="http://schemas.openxmlformats.org/officeDocument/2006/relationships/chart" Target="/ppt/slides/charts/chart2.xml" Id="R56c5d3dddf8c4fbd" /><Relationship Type="http://schemas.openxmlformats.org/officeDocument/2006/relationships/notesSlide" Target="/ppt/notesSlides/notesSlide10.xml" Id="R393f78362fa249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3e3112744e04311" /><Relationship Type="http://schemas.openxmlformats.org/officeDocument/2006/relationships/image" Target="/ppt/media/image2.png" Id="R8331f9cec93146df" /><Relationship Type="http://schemas.openxmlformats.org/officeDocument/2006/relationships/image" Target="/ppt/media/image3.png" Id="Rc51cdc3338ff42d8" /><Relationship Type="http://schemas.openxmlformats.org/officeDocument/2006/relationships/image" Target="/ppt/media/image4.png" Id="R42f48622f9f54fb2" /><Relationship Type="http://schemas.openxmlformats.org/officeDocument/2006/relationships/notesSlide" Target="/ppt/notesSlides/notesSlide11.xml" Id="R26a0d3f74f0a46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bcfaaf5d1f14725" /><Relationship Type="http://schemas.openxmlformats.org/officeDocument/2006/relationships/notesSlide" Target="/ppt/notesSlides/notesSlide12.xml" Id="R327a46b4035f43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ce5294b52c94c1b" /><Relationship Type="http://schemas.openxmlformats.org/officeDocument/2006/relationships/notesSlide" Target="/ppt/notesSlides/notesSlide13.xml" Id="R0880af9095404c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20fddfa786504b36" /><Relationship Type="http://schemas.openxmlformats.org/officeDocument/2006/relationships/image" Target="/ppt/media/image5.png" Id="Ra1b6f5068a4840b3" /><Relationship Type="http://schemas.openxmlformats.org/officeDocument/2006/relationships/notesSlide" Target="/ppt/notesSlides/notesSlide14.xml" Id="R161275ab65bb45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342b2373bd24e40" /><Relationship Type="http://schemas.openxmlformats.org/officeDocument/2006/relationships/notesSlide" Target="/ppt/notesSlides/notesSlide15.xml" Id="Rd6b62b46d3ba45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8e657b6b60e9443b" /><Relationship Type="http://schemas.openxmlformats.org/officeDocument/2006/relationships/notesSlide" Target="/ppt/notesSlides/notesSlide16.xml" Id="Rf9690433b0b848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05ae6bf61a44ed0" /><Relationship Type="http://schemas.openxmlformats.org/officeDocument/2006/relationships/notesSlide" Target="/ppt/notesSlides/notesSlide17.xml" Id="Rcb5ffd2e36174a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a054f3ae4b84a80" /><Relationship Type="http://schemas.openxmlformats.org/officeDocument/2006/relationships/notesSlide" Target="/ppt/notesSlides/notesSlide18.xml" Id="R78b4bbb3fe1f46e6" /></Relationships>
</file>

<file path=ppt/slides/charts/chart1.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FNR · missed-target risk</c:v>
          </c:tx>
          <c:spPr>
            <a:solidFill xmlns:a="http://schemas.openxmlformats.org/drawingml/2006/main">
              <a:srgbClr val="BE3C37"/>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72033"/>
                    </a:solidFill>
                  </a:defRPr>
                </a:pPr>
              </a:p>
            </c:txPr>
            <c:dLblPos val="outEnd"/>
            <c:showLegendKey val="0"/>
            <c:showVal val="1"/>
            <c:showCatName val="0"/>
            <c:showSerName val="0"/>
            <c:showPercent val="0"/>
            <c:showBubbleSize val="0"/>
            <c:showLeaderLines val="0"/>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0.07</c:v>
              </c:pt>
              <c:pt idx="1">
                <c:v>0.12</c:v>
              </c:pt>
              <c:pt idx="2">
                <c:v>0.042</c:v>
              </c:pt>
              <c:pt idx="3">
                <c:v>0.014</c:v>
              </c:pt>
              <c:pt idx="4">
                <c:v>0.032</c:v>
              </c:pt>
              <c:pt idx="5">
                <c:v>0.036</c:v>
              </c:pt>
            </c:numLit>
          </c:val>
        </c:ser>
        <c:ser>
          <c:idx val="1"/>
          <c:order val="1"/>
          <c:tx>
            <c:v>FPR · review workload</c:v>
          </c:tx>
          <c:spPr>
            <a:solidFill xmlns:a="http://schemas.openxmlformats.org/drawingml/2006/main">
              <a:srgbClr val="C89B14"/>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72033"/>
                    </a:solidFill>
                  </a:defRPr>
                </a:pPr>
              </a:p>
            </c:txPr>
            <c:dLblPos val="outEnd"/>
            <c:showLegendKey val="0"/>
            <c:showVal val="1"/>
            <c:showCatName val="0"/>
            <c:showSerName val="0"/>
            <c:showPercent val="0"/>
            <c:showBubbleSize val="0"/>
            <c:showLeaderLines val="0"/>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0.026</c:v>
              </c:pt>
              <c:pt idx="2">
                <c:v>0.07</c:v>
              </c:pt>
              <c:pt idx="3">
                <c:v>0.156</c:v>
              </c:pt>
              <c:pt idx="4">
                <c:v>0.04</c:v>
              </c:pt>
              <c:pt idx="5">
                <c:v>0.008</c:v>
              </c:pt>
            </c:numLit>
          </c:val>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033"/>
                </a:solidFill>
              </a:defRPr>
            </a:pPr>
          </a:p>
        </c:txPr>
        <c:crossAx val="48650112"/>
        <c:crosses val="autoZero"/>
        <c:crossBetween val="between"/>
      </c:valAx>
      <c:spPr>
        <a:solidFill xmlns:a="http://schemas.openxmlformats.org/drawingml/2006/main">
          <a:srgbClr val="F7F8FA"/>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B6577"/>
              </a:solidFill>
            </a:defRPr>
          </a:pPr>
        </a:p>
      </c:txPr>
    </c:legend>
    <c:plotVisOnly val="1"/>
  </c:chart>
  <c:spPr>
    <a:solidFill xmlns:a="http://schemas.openxmlformats.org/drawingml/2006/main">
      <a:srgbClr val="F7F8FA"/>
    </a:solidFill>
    <a:ln xmlns:a="http://schemas.openxmlformats.org/drawingml/2006/main" w="0">
      <a:noFill/>
      <a:prstDash val="solid"/>
    </a:ln>
  </c:spPr>
</c:chartSpace>
</file>

<file path=ppt/slides/charts/chart2.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OOD weapon-assignment rate</c:v>
          </c:tx>
          <c:spPr>
            <a:solidFill xmlns:a="http://schemas.openxmlformats.org/drawingml/2006/main">
              <a:srgbClr val="233A70"/>
            </a:solidFill>
          </c:spPr>
          <c:dPt>
            <c:idx val="2"/>
            <c:invertIfNegative val="0"/>
            <c:spPr>
              <a:solidFill xmlns:a="http://schemas.openxmlformats.org/drawingml/2006/main">
                <a:srgbClr val="BE3C37"/>
              </a:solidFill>
            </c:spPr>
          </c:dPt>
          <c:dPt>
            <c:idx val="3"/>
            <c:invertIfNegative val="0"/>
            <c:spPr>
              <a:solidFill xmlns:a="http://schemas.openxmlformats.org/drawingml/2006/main">
                <a:srgbClr val="087A50"/>
              </a:solidFill>
            </c:spPr>
          </c:dPt>
          <c:dPt>
            <c:idx val="4"/>
            <c:invertIfNegative val="0"/>
            <c:spPr>
              <a:solidFill xmlns:a="http://schemas.openxmlformats.org/drawingml/2006/main">
                <a:srgbClr val="087A50"/>
              </a:solidFill>
            </c:spPr>
          </c:dPt>
          <c:dPt>
            <c:idx val="5"/>
            <c:invertIfNegative val="0"/>
            <c:spPr>
              <a:solidFill xmlns:a="http://schemas.openxmlformats.org/drawingml/2006/main">
                <a:srgbClr val="087A50"/>
              </a:solidFill>
            </c:spPr>
          </c:dPt>
          <c:dPt>
            <c:idx val="6"/>
            <c:invertIfNegative val="0"/>
            <c:spPr>
              <a:solidFill xmlns:a="http://schemas.openxmlformats.org/drawingml/2006/main">
                <a:srgbClr val="C89B14"/>
              </a:solidFill>
            </c:spPr>
          </c:dPt>
          <c:dPt>
            <c:idx val="7"/>
            <c:invertIfNegative val="0"/>
            <c:spPr>
              <a:solidFill xmlns:a="http://schemas.openxmlformats.org/drawingml/2006/main">
                <a:srgbClr val="087A50"/>
              </a:solidFill>
            </c:spPr>
          </c:dPt>
          <c:dPt>
            <c:idx val="8"/>
            <c:invertIfNegative val="0"/>
            <c:spPr>
              <a:solidFill xmlns:a="http://schemas.openxmlformats.org/drawingml/2006/main">
                <a:srgbClr val="087A50"/>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a:solidFill>
                      <a:srgbClr val="172033"/>
                    </a:solidFill>
                  </a:defRPr>
                </a:pPr>
              </a:p>
            </c:txPr>
            <c:dLblPos val="outEnd"/>
            <c:showLegendKey val="0"/>
            <c:showVal val="1"/>
            <c:showCatName val="0"/>
            <c:showSerName val="0"/>
            <c:showPercent val="0"/>
            <c:showBubbleSize val="0"/>
            <c:showLeaderLines val="0"/>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0.3696</c:v>
              </c:pt>
              <c:pt idx="1">
                <c:v>0.4376</c:v>
              </c:pt>
              <c:pt idx="2">
                <c:v>0.8356</c:v>
              </c:pt>
              <c:pt idx="3">
                <c:v>0.36</c:v>
              </c:pt>
              <c:pt idx="4">
                <c:v>0.238</c:v>
              </c:pt>
              <c:pt idx="5">
                <c:v>0.34</c:v>
              </c:pt>
              <c:pt idx="6">
                <c:v>0.522</c:v>
              </c:pt>
              <c:pt idx="7">
                <c:v>0.292</c:v>
              </c:pt>
              <c:pt idx="8">
                <c:v>0.26</c:v>
              </c:pt>
            </c:numLit>
          </c:val>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xmlns:a="http://schemas.openxmlformats.org/drawingml/2006/main" w="9525">
              <a:solidFill>
                <a:srgbClr val="D9DE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577"/>
                </a:solidFil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9DE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172033"/>
                </a:solidFill>
              </a:defRPr>
            </a:pPr>
          </a:p>
        </c:txPr>
        <c:crossAx val="48650112"/>
        <c:crosses val="autoZero"/>
        <c:crossBetween val="between"/>
      </c:valAx>
      <c:spPr>
        <a:solidFill xmlns:a="http://schemas.openxmlformats.org/drawingml/2006/main">
          <a:srgbClr val="F7F8FA"/>
        </a:solidFill>
        <a:ln xmlns:a="http://schemas.openxmlformats.org/drawingml/2006/main" w="0">
          <a:noFill/>
          <a:prstDash val="solid"/>
        </a:ln>
      </c:spPr>
    </c:plotArea>
    <c:plotVisOnly val="1"/>
  </c:chart>
  <c:spPr>
    <a:solidFill xmlns:a="http://schemas.openxmlformats.org/drawingml/2006/main">
      <a:srgbClr val="F7F8FA"/>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Freeform 1">
            <a:extLst xmlns:a="http://schemas.openxmlformats.org/drawingml/2006/main">
              <a:ext uri="{FF2B5EF4-FFF2-40B4-BE49-F238E27FC236}">
                <a16:creationId xmlns:a16="http://schemas.microsoft.com/office/drawing/2014/main" id="{AD3ADBD0-72C3-4D60-A6FB-9276160845E1}"/>
              </a:ext>
            </a:extLst>
          </p:cNvPr>
          <p:cNvSpPr>
            <a:spLocks xmlns:a="http://schemas.openxmlformats.org/drawingml/2006/main" noGrp="1"/>
          </p:cNvSpPr>
          <p:nvPr/>
        </p:nvSpPr>
        <p:spPr>
          <a:xfrm xmlns:a="http://schemas.openxmlformats.org/drawingml/2006/main">
            <a:off x="6830568" y="0"/>
            <a:ext cx="5361431" cy="6858000"/>
          </a:xfrm>
          <a:custGeom xmlns:a="http://schemas.openxmlformats.org/drawingml/2006/main">
            <a:rect l="l" t="t" r="r" b="b"/>
            <a:pathLst>
              <a:path w="5361431" h="6858000">
                <a:moveTo>
                  <a:pt x="2496312" y="0"/>
                </a:moveTo>
                <a:lnTo>
                  <a:pt x="5361431" y="0"/>
                </a:lnTo>
                <a:lnTo>
                  <a:pt x="5361431" y="6858000"/>
                </a:lnTo>
                <a:lnTo>
                  <a:pt x="0" y="6858000"/>
                </a:lnTo>
                <a:close/>
              </a:path>
            </a:pathLst>
          </a:custGeom>
          <a:solidFill xmlns:a="http://schemas.openxmlformats.org/drawingml/2006/main">
            <a:srgbClr val="233A7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02142dca8aa54345"/>
          <a:stretch xmlns:a="http://schemas.openxmlformats.org/drawingml/2006/main">
            <a:fillRect l="0" t="0" r="0" b="0"/>
          </a:stretch>
        </p:blipFill>
        <p:spPr>
          <a:xfrm xmlns:a="http://schemas.openxmlformats.org/drawingml/2006/main">
            <a:off x="7699248" y="4572000"/>
            <a:ext cx="4370832" cy="1170432"/>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5F6D6B5F-566D-4D15-A4E4-289A74BD800B}"/>
              </a:ext>
            </a:extLst>
          </p:cNvPr>
          <p:cNvSpPr>
            <a:spLocks xmlns:a="http://schemas.openxmlformats.org/drawingml/2006/main" noGrp="1"/>
          </p:cNvSpPr>
          <p:nvPr/>
        </p:nvSpPr>
        <p:spPr>
          <a:xfrm xmlns:a="http://schemas.openxmlformats.org/drawingml/2006/main">
            <a:off x="1245455" y="1092127"/>
            <a:ext cx="6234784"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xmlns:a="http://schemas.openxmlformats.org/drawingml/2006/main">
              <a:ext uri="{FF2B5EF4-FFF2-40B4-BE49-F238E27FC236}">
                <a16:creationId xmlns:a16="http://schemas.microsoft.com/office/drawing/2014/main" id="{4C68C7AD-E9E1-4269-A322-11CC58D220E5}"/>
              </a:ext>
            </a:extLst>
          </p:cNvPr>
          <p:cNvSpPr>
            <a:spLocks xmlns:a="http://schemas.openxmlformats.org/drawingml/2006/main" noGrp="1"/>
          </p:cNvSpPr>
          <p:nvPr/>
        </p:nvSpPr>
        <p:spPr>
          <a:xfrm xmlns:a="http://schemas.openxmlformats.org/drawingml/2006/main">
            <a:off x="1369406" y="1574169"/>
            <a:ext cx="5987582"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xmlns:a="http://schemas.openxmlformats.org/drawingml/2006/main">
              <a:ext uri="{FF2B5EF4-FFF2-40B4-BE49-F238E27FC236}">
                <a16:creationId xmlns:a16="http://schemas.microsoft.com/office/drawing/2014/main" id="{AE37D7BF-E7C8-4B80-AA3E-D277CB4D3227}"/>
              </a:ext>
            </a:extLst>
          </p:cNvPr>
          <p:cNvSpPr>
            <a:spLocks xmlns:a="http://schemas.openxmlformats.org/drawingml/2006/main" noGrp="1"/>
          </p:cNvSpPr>
          <p:nvPr/>
        </p:nvSpPr>
        <p:spPr>
          <a:xfrm xmlns:a="http://schemas.openxmlformats.org/drawingml/2006/main">
            <a:off x="2616367" y="2056238"/>
            <a:ext cx="3492427" cy="55919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xmlns:a="http://schemas.openxmlformats.org/drawingml/2006/main">
              <a:ext uri="{FF2B5EF4-FFF2-40B4-BE49-F238E27FC236}">
                <a16:creationId xmlns:a16="http://schemas.microsoft.com/office/drawing/2014/main" id="{714EF284-A801-4261-926C-2EEAFEA761DF}"/>
              </a:ext>
            </a:extLst>
          </p:cNvPr>
          <p:cNvSpPr>
            <a:spLocks xmlns:a="http://schemas.openxmlformats.org/drawingml/2006/main" noGrp="1"/>
          </p:cNvSpPr>
          <p:nvPr/>
        </p:nvSpPr>
        <p:spPr>
          <a:xfrm xmlns:a="http://schemas.openxmlformats.org/drawingml/2006/main">
            <a:off x="1143000" y="2816638"/>
            <a:ext cx="6438900" cy="34947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xmlns:a="http://schemas.openxmlformats.org/drawingml/2006/main">
              <a:ext uri="{FF2B5EF4-FFF2-40B4-BE49-F238E27FC236}">
                <a16:creationId xmlns:a16="http://schemas.microsoft.com/office/drawing/2014/main" id="{B60AA5D2-5B61-455B-BBE9-086C543935C9}"/>
              </a:ext>
            </a:extLst>
          </p:cNvPr>
          <p:cNvSpPr>
            <a:spLocks xmlns:a="http://schemas.openxmlformats.org/drawingml/2006/main" noGrp="1"/>
          </p:cNvSpPr>
          <p:nvPr/>
        </p:nvSpPr>
        <p:spPr>
          <a:xfrm xmlns:a="http://schemas.openxmlformats.org/drawingml/2006/main">
            <a:off x="1428750" y="3111246"/>
            <a:ext cx="5867400" cy="34947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xmlns:a="http://schemas.openxmlformats.org/drawingml/2006/main">
              <a:ext uri="{FF2B5EF4-FFF2-40B4-BE49-F238E27FC236}">
                <a16:creationId xmlns:a16="http://schemas.microsoft.com/office/drawing/2014/main" id="{8CC206C0-8612-4C95-88BD-073E5D709139}"/>
              </a:ext>
            </a:extLst>
          </p:cNvPr>
          <p:cNvSpPr>
            <a:spLocks xmlns:a="http://schemas.openxmlformats.org/drawingml/2006/main" noGrp="1"/>
          </p:cNvSpPr>
          <p:nvPr/>
        </p:nvSpPr>
        <p:spPr>
          <a:xfrm xmlns:a="http://schemas.openxmlformats.org/drawingml/2006/main">
            <a:off x="761986" y="3996866"/>
            <a:ext cx="803973"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xmlns:a="http://schemas.openxmlformats.org/drawingml/2006/main">
              <a:ext uri="{FF2B5EF4-FFF2-40B4-BE49-F238E27FC236}">
                <a16:creationId xmlns:a16="http://schemas.microsoft.com/office/drawing/2014/main" id="{8597C9F5-C83C-46EA-B5F8-9BA5795DFE33}"/>
              </a:ext>
            </a:extLst>
          </p:cNvPr>
          <p:cNvSpPr>
            <a:spLocks xmlns:a="http://schemas.openxmlformats.org/drawingml/2006/main" noGrp="1"/>
          </p:cNvSpPr>
          <p:nvPr/>
        </p:nvSpPr>
        <p:spPr>
          <a:xfrm xmlns:a="http://schemas.openxmlformats.org/drawingml/2006/main">
            <a:off x="761986" y="4224775"/>
            <a:ext cx="1940354"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xmlns:a="http://schemas.openxmlformats.org/drawingml/2006/main">
              <a:ext uri="{FF2B5EF4-FFF2-40B4-BE49-F238E27FC236}">
                <a16:creationId xmlns:a16="http://schemas.microsoft.com/office/drawing/2014/main" id="{31C97160-9434-4274-86A4-31180B678549}"/>
              </a:ext>
            </a:extLst>
          </p:cNvPr>
          <p:cNvSpPr>
            <a:spLocks xmlns:a="http://schemas.openxmlformats.org/drawingml/2006/main" noGrp="1"/>
          </p:cNvSpPr>
          <p:nvPr/>
        </p:nvSpPr>
        <p:spPr>
          <a:xfrm xmlns:a="http://schemas.openxmlformats.org/drawingml/2006/main">
            <a:off x="761986" y="4627618"/>
            <a:ext cx="1091282"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xmlns:a="http://schemas.openxmlformats.org/drawingml/2006/main">
              <a:ext uri="{FF2B5EF4-FFF2-40B4-BE49-F238E27FC236}">
                <a16:creationId xmlns:a16="http://schemas.microsoft.com/office/drawing/2014/main" id="{5B16A2C5-AD4B-43D8-80B7-E209C671B2FA}"/>
              </a:ext>
            </a:extLst>
          </p:cNvPr>
          <p:cNvSpPr>
            <a:spLocks xmlns:a="http://schemas.openxmlformats.org/drawingml/2006/main" noGrp="1"/>
          </p:cNvSpPr>
          <p:nvPr/>
        </p:nvSpPr>
        <p:spPr>
          <a:xfrm xmlns:a="http://schemas.openxmlformats.org/drawingml/2006/main">
            <a:off x="761986" y="4855554"/>
            <a:ext cx="2204524"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xmlns:a="http://schemas.openxmlformats.org/drawingml/2006/main">
              <a:ext uri="{FF2B5EF4-FFF2-40B4-BE49-F238E27FC236}">
                <a16:creationId xmlns:a16="http://schemas.microsoft.com/office/drawing/2014/main" id="{2A1750C7-FF88-40A1-81A0-843EF4A32EDF}"/>
              </a:ext>
            </a:extLst>
          </p:cNvPr>
          <p:cNvSpPr>
            <a:spLocks xmlns:a="http://schemas.openxmlformats.org/drawingml/2006/main" noGrp="1"/>
          </p:cNvSpPr>
          <p:nvPr/>
        </p:nvSpPr>
        <p:spPr>
          <a:xfrm xmlns:a="http://schemas.openxmlformats.org/drawingml/2006/main">
            <a:off x="6201901" y="3971544"/>
            <a:ext cx="1028293"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xmlns:a="http://schemas.openxmlformats.org/drawingml/2006/main">
              <a:ext uri="{FF2B5EF4-FFF2-40B4-BE49-F238E27FC236}">
                <a16:creationId xmlns:a16="http://schemas.microsoft.com/office/drawing/2014/main" id="{5F83D23B-74B9-4F5E-8934-E6D373922EF3}"/>
              </a:ext>
            </a:extLst>
          </p:cNvPr>
          <p:cNvSpPr>
            <a:spLocks xmlns:a="http://schemas.openxmlformats.org/drawingml/2006/main" noGrp="1"/>
          </p:cNvSpPr>
          <p:nvPr/>
        </p:nvSpPr>
        <p:spPr>
          <a:xfrm xmlns:a="http://schemas.openxmlformats.org/drawingml/2006/main">
            <a:off x="5798944" y="4229963"/>
            <a:ext cx="1431297"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xmlns:a="http://schemas.openxmlformats.org/drawingml/2006/main">
              <a:ext uri="{FF2B5EF4-FFF2-40B4-BE49-F238E27FC236}">
                <a16:creationId xmlns:a16="http://schemas.microsoft.com/office/drawing/2014/main" id="{459D83A5-BA59-4DBD-A175-A13844B7B58E}"/>
              </a:ext>
            </a:extLst>
          </p:cNvPr>
          <p:cNvSpPr>
            <a:spLocks xmlns:a="http://schemas.openxmlformats.org/drawingml/2006/main" noGrp="1"/>
          </p:cNvSpPr>
          <p:nvPr/>
        </p:nvSpPr>
        <p:spPr>
          <a:xfrm xmlns:a="http://schemas.openxmlformats.org/drawingml/2006/main">
            <a:off x="4833354" y="4685635"/>
            <a:ext cx="2347428" cy="310662"/>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xmlns:a="http://schemas.openxmlformats.org/drawingml/2006/main">
              <a:ext uri="{FF2B5EF4-FFF2-40B4-BE49-F238E27FC236}">
                <a16:creationId xmlns:a16="http://schemas.microsoft.com/office/drawing/2014/main" id="{98B901F8-0F1F-4C36-A37E-DBF9254044E0}"/>
              </a:ext>
            </a:extLst>
          </p:cNvPr>
          <p:cNvSpPr>
            <a:spLocks xmlns:a="http://schemas.openxmlformats.org/drawingml/2006/main" noGrp="1"/>
          </p:cNvSpPr>
          <p:nvPr/>
        </p:nvSpPr>
        <p:spPr>
          <a:xfrm xmlns:a="http://schemas.openxmlformats.org/drawingml/2006/main">
            <a:off x="2372525" y="5618318"/>
            <a:ext cx="3246783" cy="425219"/>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B8A7D5BD-3F8A-4BB6-975D-5266EF1DB7C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588B664-C98E-41C9-A1E0-71858EDC400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xmlns:a="http://schemas.openxmlformats.org/drawingml/2006/main">
              <a:ext uri="{FF2B5EF4-FFF2-40B4-BE49-F238E27FC236}">
                <a16:creationId xmlns:a16="http://schemas.microsoft.com/office/drawing/2014/main" id="{8C61DB06-AF65-4B2C-AA7F-B35A9C8C91A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965599AD-B896-4974-A1A2-CBC1B2481DA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1E12A901-ED39-4DD2-822A-E7619785E99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02</a:t>
            </a:r>
          </a:p>
        </p:txBody>
      </p:sp>
      <p:sp>
        <p:nvSpPr>
          <p:cNvPr id="6" name="Rettangolo con angoli arrotondati 5">
            <a:extLst xmlns:a="http://schemas.openxmlformats.org/drawingml/2006/main">
              <a:ext uri="{FF2B5EF4-FFF2-40B4-BE49-F238E27FC236}">
                <a16:creationId xmlns:a16="http://schemas.microsoft.com/office/drawing/2014/main" id="{295FDD48-F0EC-46C5-B827-2A805C95A516}"/>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134106DB-7DBE-4BE2-AF47-E9B1070376D7}"/>
              </a:ext>
            </a:extLst>
          </p:cNvPr>
          <p:cNvSpPr>
            <a:spLocks xmlns:a="http://schemas.openxmlformats.org/drawingml/2006/main" noGrp="1"/>
          </p:cNvSpPr>
          <p:nvPr/>
        </p:nvSpPr>
        <p:spPr>
          <a:xfrm xmlns:a="http://schemas.openxmlformats.org/drawingml/2006/main">
            <a:off x="8763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xmlns:a="http://schemas.openxmlformats.org/drawingml/2006/main">
              <a:ext uri="{FF2B5EF4-FFF2-40B4-BE49-F238E27FC236}">
                <a16:creationId xmlns:a16="http://schemas.microsoft.com/office/drawing/2014/main" id="{6866549D-9D17-463F-9BE9-DC9437B3FE8D}"/>
              </a:ext>
            </a:extLst>
          </p:cNvPr>
          <p:cNvSpPr>
            <a:spLocks xmlns:a="http://schemas.openxmlformats.org/drawingml/2006/main" noGrp="1"/>
          </p:cNvSpPr>
          <p:nvPr/>
        </p:nvSpPr>
        <p:spPr>
          <a:xfrm xmlns:a="http://schemas.openxmlformats.org/drawingml/2006/main">
            <a:off x="8763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xmlns:a="http://schemas.openxmlformats.org/drawingml/2006/main">
              <a:ext uri="{FF2B5EF4-FFF2-40B4-BE49-F238E27FC236}">
                <a16:creationId xmlns:a16="http://schemas.microsoft.com/office/drawing/2014/main" id="{1B4F03EB-5A2C-471C-ABF0-97B8F80F2258}"/>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4286"/>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FC8020C-45AE-4038-A8C9-738588A763B5}"/>
              </a:ext>
            </a:extLst>
          </p:cNvPr>
          <p:cNvSpPr>
            <a:spLocks xmlns:a="http://schemas.openxmlformats.org/drawingml/2006/main" noGrp="1"/>
          </p:cNvSpPr>
          <p:nvPr/>
        </p:nvSpPr>
        <p:spPr>
          <a:xfrm xmlns:a="http://schemas.openxmlformats.org/drawingml/2006/main">
            <a:off x="45339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xmlns:a="http://schemas.openxmlformats.org/drawingml/2006/main">
              <a:ext uri="{FF2B5EF4-FFF2-40B4-BE49-F238E27FC236}">
                <a16:creationId xmlns:a16="http://schemas.microsoft.com/office/drawing/2014/main" id="{C33FDAE1-0BA9-4918-83D0-329C1792220C}"/>
              </a:ext>
            </a:extLst>
          </p:cNvPr>
          <p:cNvSpPr>
            <a:spLocks xmlns:a="http://schemas.openxmlformats.org/drawingml/2006/main" noGrp="1"/>
          </p:cNvSpPr>
          <p:nvPr/>
        </p:nvSpPr>
        <p:spPr>
          <a:xfrm xmlns:a="http://schemas.openxmlformats.org/drawingml/2006/main">
            <a:off x="45339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xmlns:a="http://schemas.openxmlformats.org/drawingml/2006/main">
              <a:ext uri="{FF2B5EF4-FFF2-40B4-BE49-F238E27FC236}">
                <a16:creationId xmlns:a16="http://schemas.microsoft.com/office/drawing/2014/main" id="{4C845868-F781-47A9-940E-F0CDBB7371DC}"/>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4286"/>
            </a:avLst>
          </a:prstGeom>
          <a:solidFill xmlns:a="http://schemas.openxmlformats.org/drawingml/2006/main">
            <a:srgbClr val="FBEAEA"/>
          </a:solidFill>
          <a:ln xmlns:a="http://schemas.openxmlformats.org/drawingml/2006/main" w="9525">
            <a:solidFill>
              <a:srgbClr val="FBEAEA"/>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E1D87471-E992-400B-8BA5-98A79A7C8C69}"/>
              </a:ext>
            </a:extLst>
          </p:cNvPr>
          <p:cNvSpPr>
            <a:spLocks xmlns:a="http://schemas.openxmlformats.org/drawingml/2006/main" noGrp="1"/>
          </p:cNvSpPr>
          <p:nvPr/>
        </p:nvSpPr>
        <p:spPr>
          <a:xfrm xmlns:a="http://schemas.openxmlformats.org/drawingml/2006/main">
            <a:off x="8191500" y="17430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xmlns:a="http://schemas.openxmlformats.org/drawingml/2006/main">
              <a:ext uri="{FF2B5EF4-FFF2-40B4-BE49-F238E27FC236}">
                <a16:creationId xmlns:a16="http://schemas.microsoft.com/office/drawing/2014/main" id="{B0C05342-6D6D-4097-A670-5979C502D4B5}"/>
              </a:ext>
            </a:extLst>
          </p:cNvPr>
          <p:cNvSpPr>
            <a:spLocks xmlns:a="http://schemas.openxmlformats.org/drawingml/2006/main" noGrp="1"/>
          </p:cNvSpPr>
          <p:nvPr/>
        </p:nvSpPr>
        <p:spPr>
          <a:xfrm xmlns:a="http://schemas.openxmlformats.org/drawingml/2006/main">
            <a:off x="8191500" y="22669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xmlns:a="http://schemas.openxmlformats.org/drawingml/2006/main">
              <a:ext uri="{FF2B5EF4-FFF2-40B4-BE49-F238E27FC236}">
                <a16:creationId xmlns:a16="http://schemas.microsoft.com/office/drawing/2014/main" id="{BE95789F-29F4-458B-9109-B5F4176210EA}"/>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xmlns:a="http://schemas.openxmlformats.org/drawingml/2006/main">
              <a:ext uri="{FF2B5EF4-FFF2-40B4-BE49-F238E27FC236}">
                <a16:creationId xmlns:a16="http://schemas.microsoft.com/office/drawing/2014/main" id="{B813C1EC-E4C9-443B-9424-97804AB1F480}"/>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xmlns:a="http://schemas.openxmlformats.org/drawingml/2006/main">
              <a:ext uri="{FF2B5EF4-FFF2-40B4-BE49-F238E27FC236}">
                <a16:creationId xmlns:a16="http://schemas.microsoft.com/office/drawing/2014/main" id="{4EBFE33E-8979-4761-84B8-587E7AC16DD3}"/>
              </a:ext>
            </a:extLst>
          </p:cNvPr>
          <p:cNvSpPr>
            <a:spLocks xmlns:a="http://schemas.openxmlformats.org/drawingml/2006/main" noGrp="1"/>
          </p:cNvSpPr>
          <p:nvPr/>
        </p:nvSpPr>
        <p:spPr>
          <a:xfrm xmlns:a="http://schemas.openxmlformats.org/drawingml/2006/main">
            <a:off x="1123950" y="3162300"/>
            <a:ext cx="99441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77611C6C-126C-490B-8FFB-2004E5871B70}"/>
              </a:ext>
            </a:extLst>
          </p:cNvPr>
          <p:cNvSpPr>
            <a:spLocks xmlns:a="http://schemas.openxmlformats.org/drawingml/2006/main" noGrp="1"/>
          </p:cNvSpPr>
          <p:nvPr/>
        </p:nvSpPr>
        <p:spPr>
          <a:xfrm xmlns:a="http://schemas.openxmlformats.org/drawingml/2006/main">
            <a:off x="1504950" y="3429000"/>
            <a:ext cx="9182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xmlns:a="http://schemas.openxmlformats.org/drawingml/2006/main">
              <a:ext uri="{FF2B5EF4-FFF2-40B4-BE49-F238E27FC236}">
                <a16:creationId xmlns:a16="http://schemas.microsoft.com/office/drawing/2014/main" id="{DDA7D3C5-CB47-4C4D-BA38-0571EC45CEF8}"/>
              </a:ext>
            </a:extLst>
          </p:cNvPr>
          <p:cNvSpPr>
            <a:spLocks xmlns:a="http://schemas.openxmlformats.org/drawingml/2006/main" noGrp="1"/>
          </p:cNvSpPr>
          <p:nvPr/>
        </p:nvSpPr>
        <p:spPr>
          <a:xfrm xmlns:a="http://schemas.openxmlformats.org/drawingml/2006/main">
            <a:off x="876300" y="4857750"/>
            <a:ext cx="998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xmlns:a="http://schemas.openxmlformats.org/drawingml/2006/main">
              <a:ext uri="{FF2B5EF4-FFF2-40B4-BE49-F238E27FC236}">
                <a16:creationId xmlns:a16="http://schemas.microsoft.com/office/drawing/2014/main" id="{59855B48-B64C-42AD-8C97-0C65B6AAAAF3}"/>
              </a:ext>
            </a:extLst>
          </p:cNvPr>
          <p:cNvSpPr>
            <a:spLocks xmlns:a="http://schemas.openxmlformats.org/drawingml/2006/main" noGrp="1"/>
          </p:cNvSpPr>
          <p:nvPr/>
        </p:nvSpPr>
        <p:spPr>
          <a:xfrm xmlns:a="http://schemas.openxmlformats.org/drawingml/2006/main">
            <a:off x="2000250" y="5600700"/>
            <a:ext cx="8191500" cy="514350"/>
          </a:xfrm>
          <a:prstGeom xmlns:a="http://schemas.openxmlformats.org/drawingml/2006/main" prst="roundRect">
            <a:avLst>
              <a:gd name="adj" fmla="val 25926"/>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C5A6713C-2452-4272-91E6-86D11A7F5573}"/>
              </a:ext>
            </a:extLst>
          </p:cNvPr>
          <p:cNvSpPr>
            <a:spLocks xmlns:a="http://schemas.openxmlformats.org/drawingml/2006/main" noGrp="1"/>
          </p:cNvSpPr>
          <p:nvPr/>
        </p:nvSpPr>
        <p:spPr>
          <a:xfrm xmlns:a="http://schemas.openxmlformats.org/drawingml/2006/main">
            <a:off x="2266950" y="5743575"/>
            <a:ext cx="7658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Rettangolo 31">
            <a:extLst xmlns:a="http://schemas.openxmlformats.org/drawingml/2006/main">
              <a:ext uri="{FF2B5EF4-FFF2-40B4-BE49-F238E27FC236}">
                <a16:creationId xmlns:a16="http://schemas.microsoft.com/office/drawing/2014/main" id="{6C0B1A53-D25B-4A63-AC3D-8F73AF1B454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BB695DD-AE95-440C-B8F5-952448E18C0F}"/>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xmlns:a="http://schemas.openxmlformats.org/drawingml/2006/main">
              <a:ext uri="{FF2B5EF4-FFF2-40B4-BE49-F238E27FC236}">
                <a16:creationId xmlns:a16="http://schemas.microsoft.com/office/drawing/2014/main" id="{043FF31C-DB46-4E33-817A-CBBE738643F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D319FC2A-5C48-4679-98E3-D8A119AEE97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3B214099-1E39-4983-88F2-9CF7A1ED250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03</a:t>
            </a:r>
          </a:p>
        </p:txBody>
      </p:sp>
      <p:sp>
        <p:nvSpPr>
          <p:cNvPr id="6" name="Rettangolo con angoli arrotondati 5">
            <a:extLst xmlns:a="http://schemas.openxmlformats.org/drawingml/2006/main">
              <a:ext uri="{FF2B5EF4-FFF2-40B4-BE49-F238E27FC236}">
                <a16:creationId xmlns:a16="http://schemas.microsoft.com/office/drawing/2014/main" id="{F91845BA-A49A-4FC8-8C94-20F23A40393D}"/>
              </a:ext>
            </a:extLst>
          </p:cNvPr>
          <p:cNvSpPr>
            <a:spLocks xmlns:a="http://schemas.openxmlformats.org/drawingml/2006/main" noGrp="1"/>
          </p:cNvSpPr>
          <p:nvPr/>
        </p:nvSpPr>
        <p:spPr>
          <a:xfrm xmlns:a="http://schemas.openxmlformats.org/drawingml/2006/main">
            <a:off x="685800" y="152400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4B2F791D-898D-4C09-88CD-BCF8DAF22C9B}"/>
              </a:ext>
            </a:extLst>
          </p:cNvPr>
          <p:cNvSpPr>
            <a:spLocks xmlns:a="http://schemas.openxmlformats.org/drawingml/2006/main" noGrp="1"/>
          </p:cNvSpPr>
          <p:nvPr/>
        </p:nvSpPr>
        <p:spPr>
          <a:xfrm xmlns:a="http://schemas.openxmlformats.org/drawingml/2006/main">
            <a:off x="8763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xmlns:a="http://schemas.openxmlformats.org/drawingml/2006/main">
              <a:ext uri="{FF2B5EF4-FFF2-40B4-BE49-F238E27FC236}">
                <a16:creationId xmlns:a16="http://schemas.microsoft.com/office/drawing/2014/main" id="{DD23DB3C-604D-4EEA-A4FA-3C66E44C8E4F}"/>
              </a:ext>
            </a:extLst>
          </p:cNvPr>
          <p:cNvSpPr>
            <a:spLocks xmlns:a="http://schemas.openxmlformats.org/drawingml/2006/main" noGrp="1"/>
          </p:cNvSpPr>
          <p:nvPr/>
        </p:nvSpPr>
        <p:spPr>
          <a:xfrm xmlns:a="http://schemas.openxmlformats.org/drawingml/2006/main">
            <a:off x="8763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xmlns:a="http://schemas.openxmlformats.org/drawingml/2006/main">
              <a:ext uri="{FF2B5EF4-FFF2-40B4-BE49-F238E27FC236}">
                <a16:creationId xmlns:a16="http://schemas.microsoft.com/office/drawing/2014/main" id="{99A661A2-1646-46C8-B23D-CEAE1DEB18C1}"/>
              </a:ext>
            </a:extLst>
          </p:cNvPr>
          <p:cNvSpPr>
            <a:spLocks xmlns:a="http://schemas.openxmlformats.org/drawingml/2006/main" noGrp="1"/>
          </p:cNvSpPr>
          <p:nvPr/>
        </p:nvSpPr>
        <p:spPr>
          <a:xfrm xmlns:a="http://schemas.openxmlformats.org/drawingml/2006/main">
            <a:off x="4343400" y="152400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FED12D9-FF88-4E60-BD67-EFEB869BA78A}"/>
              </a:ext>
            </a:extLst>
          </p:cNvPr>
          <p:cNvSpPr>
            <a:spLocks xmlns:a="http://schemas.openxmlformats.org/drawingml/2006/main" noGrp="1"/>
          </p:cNvSpPr>
          <p:nvPr/>
        </p:nvSpPr>
        <p:spPr>
          <a:xfrm xmlns:a="http://schemas.openxmlformats.org/drawingml/2006/main">
            <a:off x="45339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xmlns:a="http://schemas.openxmlformats.org/drawingml/2006/main">
              <a:ext uri="{FF2B5EF4-FFF2-40B4-BE49-F238E27FC236}">
                <a16:creationId xmlns:a16="http://schemas.microsoft.com/office/drawing/2014/main" id="{3160162F-71B4-4503-94D0-C14C526A20C3}"/>
              </a:ext>
            </a:extLst>
          </p:cNvPr>
          <p:cNvSpPr>
            <a:spLocks xmlns:a="http://schemas.openxmlformats.org/drawingml/2006/main" noGrp="1"/>
          </p:cNvSpPr>
          <p:nvPr/>
        </p:nvSpPr>
        <p:spPr>
          <a:xfrm xmlns:a="http://schemas.openxmlformats.org/drawingml/2006/main">
            <a:off x="45339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xmlns:a="http://schemas.openxmlformats.org/drawingml/2006/main">
              <a:ext uri="{FF2B5EF4-FFF2-40B4-BE49-F238E27FC236}">
                <a16:creationId xmlns:a16="http://schemas.microsoft.com/office/drawing/2014/main" id="{4441295A-C9D9-4A2C-BE6D-DA5D40668718}"/>
              </a:ext>
            </a:extLst>
          </p:cNvPr>
          <p:cNvSpPr>
            <a:spLocks xmlns:a="http://schemas.openxmlformats.org/drawingml/2006/main" noGrp="1"/>
          </p:cNvSpPr>
          <p:nvPr/>
        </p:nvSpPr>
        <p:spPr>
          <a:xfrm xmlns:a="http://schemas.openxmlformats.org/drawingml/2006/main">
            <a:off x="8001000" y="1524000"/>
            <a:ext cx="3048000" cy="1200150"/>
          </a:xfrm>
          <a:prstGeom xmlns:a="http://schemas.openxmlformats.org/drawingml/2006/main" prst="roundRect">
            <a:avLst>
              <a:gd name="adj" fmla="val 12698"/>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338253A6-A215-4512-91B2-D613B8843D99}"/>
              </a:ext>
            </a:extLst>
          </p:cNvPr>
          <p:cNvSpPr>
            <a:spLocks xmlns:a="http://schemas.openxmlformats.org/drawingml/2006/main" noGrp="1"/>
          </p:cNvSpPr>
          <p:nvPr/>
        </p:nvSpPr>
        <p:spPr>
          <a:xfrm xmlns:a="http://schemas.openxmlformats.org/drawingml/2006/main">
            <a:off x="8191500" y="1752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xmlns:a="http://schemas.openxmlformats.org/drawingml/2006/main">
              <a:ext uri="{FF2B5EF4-FFF2-40B4-BE49-F238E27FC236}">
                <a16:creationId xmlns:a16="http://schemas.microsoft.com/office/drawing/2014/main" id="{2E74B2CF-06EF-494C-B330-0AB6D414FA74}"/>
              </a:ext>
            </a:extLst>
          </p:cNvPr>
          <p:cNvSpPr>
            <a:spLocks xmlns:a="http://schemas.openxmlformats.org/drawingml/2006/main" noGrp="1"/>
          </p:cNvSpPr>
          <p:nvPr/>
        </p:nvSpPr>
        <p:spPr>
          <a:xfrm xmlns:a="http://schemas.openxmlformats.org/drawingml/2006/main">
            <a:off x="8191500" y="2190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xmlns:a="http://schemas.openxmlformats.org/drawingml/2006/main">
              <a:ext uri="{FF2B5EF4-FFF2-40B4-BE49-F238E27FC236}">
                <a16:creationId xmlns:a16="http://schemas.microsoft.com/office/drawing/2014/main" id="{D680E11F-9529-4EA7-B8B2-3E7934F1DACD}"/>
              </a:ext>
            </a:extLst>
          </p:cNvPr>
          <p:cNvSpPr>
            <a:spLocks xmlns:a="http://schemas.openxmlformats.org/drawingml/2006/main" noGrp="1"/>
          </p:cNvSpPr>
          <p:nvPr/>
        </p:nvSpPr>
        <p:spPr>
          <a:xfrm xmlns:a="http://schemas.openxmlformats.org/drawingml/2006/main">
            <a:off x="8001000" y="3409950"/>
            <a:ext cx="3048000" cy="1200150"/>
          </a:xfrm>
          <a:prstGeom xmlns:a="http://schemas.openxmlformats.org/drawingml/2006/main" prst="roundRect">
            <a:avLst>
              <a:gd name="adj" fmla="val 12698"/>
            </a:avLst>
          </a:prstGeom>
          <a:solidFill xmlns:a="http://schemas.openxmlformats.org/drawingml/2006/main">
            <a:srgbClr val="FFF4CD"/>
          </a:solidFill>
          <a:ln xmlns:a="http://schemas.openxmlformats.org/drawingml/2006/main" w="9525">
            <a:solidFill>
              <a:srgbClr val="FFF4CD"/>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2EEF2A37-33E3-4CAF-8CCD-8C45ED364321}"/>
              </a:ext>
            </a:extLst>
          </p:cNvPr>
          <p:cNvSpPr>
            <a:spLocks xmlns:a="http://schemas.openxmlformats.org/drawingml/2006/main" noGrp="1"/>
          </p:cNvSpPr>
          <p:nvPr/>
        </p:nvSpPr>
        <p:spPr>
          <a:xfrm xmlns:a="http://schemas.openxmlformats.org/drawingml/2006/main">
            <a:off x="81915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xmlns:a="http://schemas.openxmlformats.org/drawingml/2006/main">
              <a:ext uri="{FF2B5EF4-FFF2-40B4-BE49-F238E27FC236}">
                <a16:creationId xmlns:a16="http://schemas.microsoft.com/office/drawing/2014/main" id="{BE58FD48-63A5-43A4-AE2D-68109E9A97B5}"/>
              </a:ext>
            </a:extLst>
          </p:cNvPr>
          <p:cNvSpPr>
            <a:spLocks xmlns:a="http://schemas.openxmlformats.org/drawingml/2006/main" noGrp="1"/>
          </p:cNvSpPr>
          <p:nvPr/>
        </p:nvSpPr>
        <p:spPr>
          <a:xfrm xmlns:a="http://schemas.openxmlformats.org/drawingml/2006/main">
            <a:off x="81915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xmlns:a="http://schemas.openxmlformats.org/drawingml/2006/main">
              <a:ext uri="{FF2B5EF4-FFF2-40B4-BE49-F238E27FC236}">
                <a16:creationId xmlns:a16="http://schemas.microsoft.com/office/drawing/2014/main" id="{6D80ED9B-D274-464D-8DFA-5D4EB141CE12}"/>
              </a:ext>
            </a:extLst>
          </p:cNvPr>
          <p:cNvSpPr>
            <a:spLocks xmlns:a="http://schemas.openxmlformats.org/drawingml/2006/main" noGrp="1"/>
          </p:cNvSpPr>
          <p:nvPr/>
        </p:nvSpPr>
        <p:spPr>
          <a:xfrm xmlns:a="http://schemas.openxmlformats.org/drawingml/2006/main">
            <a:off x="4343400" y="3409950"/>
            <a:ext cx="30480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8C00595D-2E4C-4798-9AFA-918EB03D6CE1}"/>
              </a:ext>
            </a:extLst>
          </p:cNvPr>
          <p:cNvSpPr>
            <a:spLocks xmlns:a="http://schemas.openxmlformats.org/drawingml/2006/main" noGrp="1"/>
          </p:cNvSpPr>
          <p:nvPr/>
        </p:nvSpPr>
        <p:spPr>
          <a:xfrm xmlns:a="http://schemas.openxmlformats.org/drawingml/2006/main">
            <a:off x="45339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xmlns:a="http://schemas.openxmlformats.org/drawingml/2006/main">
              <a:ext uri="{FF2B5EF4-FFF2-40B4-BE49-F238E27FC236}">
                <a16:creationId xmlns:a16="http://schemas.microsoft.com/office/drawing/2014/main" id="{25CC8402-52F3-415B-8334-9D28329B23A7}"/>
              </a:ext>
            </a:extLst>
          </p:cNvPr>
          <p:cNvSpPr>
            <a:spLocks xmlns:a="http://schemas.openxmlformats.org/drawingml/2006/main" noGrp="1"/>
          </p:cNvSpPr>
          <p:nvPr/>
        </p:nvSpPr>
        <p:spPr>
          <a:xfrm xmlns:a="http://schemas.openxmlformats.org/drawingml/2006/main">
            <a:off x="45339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xmlns:a="http://schemas.openxmlformats.org/drawingml/2006/main">
              <a:ext uri="{FF2B5EF4-FFF2-40B4-BE49-F238E27FC236}">
                <a16:creationId xmlns:a16="http://schemas.microsoft.com/office/drawing/2014/main" id="{F96800EB-DDFB-441A-ACC4-724820F4F532}"/>
              </a:ext>
            </a:extLst>
          </p:cNvPr>
          <p:cNvSpPr>
            <a:spLocks xmlns:a="http://schemas.openxmlformats.org/drawingml/2006/main" noGrp="1"/>
          </p:cNvSpPr>
          <p:nvPr/>
        </p:nvSpPr>
        <p:spPr>
          <a:xfrm xmlns:a="http://schemas.openxmlformats.org/drawingml/2006/main">
            <a:off x="685800" y="3409950"/>
            <a:ext cx="3048000" cy="1200150"/>
          </a:xfrm>
          <a:prstGeom xmlns:a="http://schemas.openxmlformats.org/drawingml/2006/main" prst="roundRect">
            <a:avLst>
              <a:gd name="adj" fmla="val 1269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445E9920-1B66-4358-8F69-F6C653EC3630}"/>
              </a:ext>
            </a:extLst>
          </p:cNvPr>
          <p:cNvSpPr>
            <a:spLocks xmlns:a="http://schemas.openxmlformats.org/drawingml/2006/main" noGrp="1"/>
          </p:cNvSpPr>
          <p:nvPr/>
        </p:nvSpPr>
        <p:spPr>
          <a:xfrm xmlns:a="http://schemas.openxmlformats.org/drawingml/2006/main">
            <a:off x="876300" y="36385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xmlns:a="http://schemas.openxmlformats.org/drawingml/2006/main">
              <a:ext uri="{FF2B5EF4-FFF2-40B4-BE49-F238E27FC236}">
                <a16:creationId xmlns:a16="http://schemas.microsoft.com/office/drawing/2014/main" id="{80975C52-4A62-447C-ADE4-34216CFBF10A}"/>
              </a:ext>
            </a:extLst>
          </p:cNvPr>
          <p:cNvSpPr>
            <a:spLocks xmlns:a="http://schemas.openxmlformats.org/drawingml/2006/main" noGrp="1"/>
          </p:cNvSpPr>
          <p:nvPr/>
        </p:nvSpPr>
        <p:spPr>
          <a:xfrm xmlns:a="http://schemas.openxmlformats.org/drawingml/2006/main">
            <a:off x="876300" y="4076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xmlns:a="http://schemas.openxmlformats.org/drawingml/2006/main">
              <a:ext uri="{FF2B5EF4-FFF2-40B4-BE49-F238E27FC236}">
                <a16:creationId xmlns:a16="http://schemas.microsoft.com/office/drawing/2014/main" id="{38172E1D-A294-4F18-8D9E-59C9800F9A07}"/>
              </a:ext>
            </a:extLst>
          </p:cNvPr>
          <p:cNvSpPr>
            <a:spLocks xmlns:a="http://schemas.openxmlformats.org/drawingml/2006/main" noGrp="1"/>
          </p:cNvSpPr>
          <p:nvPr/>
        </p:nvSpPr>
        <p:spPr>
          <a:xfrm xmlns:a="http://schemas.openxmlformats.org/drawingml/2006/main">
            <a:off x="37528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xmlns:a="http://schemas.openxmlformats.org/drawingml/2006/main">
              <a:ext uri="{FF2B5EF4-FFF2-40B4-BE49-F238E27FC236}">
                <a16:creationId xmlns:a16="http://schemas.microsoft.com/office/drawing/2014/main" id="{B0C79570-604F-4B83-988C-6FFC8922885B}"/>
              </a:ext>
            </a:extLst>
          </p:cNvPr>
          <p:cNvSpPr>
            <a:spLocks xmlns:a="http://schemas.openxmlformats.org/drawingml/2006/main" noGrp="1"/>
          </p:cNvSpPr>
          <p:nvPr/>
        </p:nvSpPr>
        <p:spPr>
          <a:xfrm xmlns:a="http://schemas.openxmlformats.org/drawingml/2006/main">
            <a:off x="7410450" y="18669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xmlns:a="http://schemas.openxmlformats.org/drawingml/2006/main">
              <a:ext uri="{FF2B5EF4-FFF2-40B4-BE49-F238E27FC236}">
                <a16:creationId xmlns:a16="http://schemas.microsoft.com/office/drawing/2014/main" id="{F96F2BBD-EA80-4DB4-86CA-2A3F56F711DE}"/>
              </a:ext>
            </a:extLst>
          </p:cNvPr>
          <p:cNvSpPr>
            <a:spLocks xmlns:a="http://schemas.openxmlformats.org/drawingml/2006/main" noGrp="1"/>
          </p:cNvSpPr>
          <p:nvPr/>
        </p:nvSpPr>
        <p:spPr>
          <a:xfrm xmlns:a="http://schemas.openxmlformats.org/drawingml/2006/main">
            <a:off x="9239250" y="28194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xmlns:a="http://schemas.openxmlformats.org/drawingml/2006/main">
              <a:ext uri="{FF2B5EF4-FFF2-40B4-BE49-F238E27FC236}">
                <a16:creationId xmlns:a16="http://schemas.microsoft.com/office/drawing/2014/main" id="{44084EFE-410F-44E2-89FE-E361686FEAB1}"/>
              </a:ext>
            </a:extLst>
          </p:cNvPr>
          <p:cNvSpPr>
            <a:spLocks xmlns:a="http://schemas.openxmlformats.org/drawingml/2006/main" noGrp="1"/>
          </p:cNvSpPr>
          <p:nvPr/>
        </p:nvSpPr>
        <p:spPr>
          <a:xfrm xmlns:a="http://schemas.openxmlformats.org/drawingml/2006/main">
            <a:off x="74104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xmlns:a="http://schemas.openxmlformats.org/drawingml/2006/main">
              <a:ext uri="{FF2B5EF4-FFF2-40B4-BE49-F238E27FC236}">
                <a16:creationId xmlns:a16="http://schemas.microsoft.com/office/drawing/2014/main" id="{28D85B2B-3959-47A8-B720-64C081695514}"/>
              </a:ext>
            </a:extLst>
          </p:cNvPr>
          <p:cNvSpPr>
            <a:spLocks xmlns:a="http://schemas.openxmlformats.org/drawingml/2006/main" noGrp="1"/>
          </p:cNvSpPr>
          <p:nvPr/>
        </p:nvSpPr>
        <p:spPr>
          <a:xfrm xmlns:a="http://schemas.openxmlformats.org/drawingml/2006/main">
            <a:off x="3752850" y="37528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xmlns:a="http://schemas.openxmlformats.org/drawingml/2006/main">
              <a:ext uri="{FF2B5EF4-FFF2-40B4-BE49-F238E27FC236}">
                <a16:creationId xmlns:a16="http://schemas.microsoft.com/office/drawing/2014/main" id="{2A76AEB6-1FF2-487B-8819-3E7FBEC77FE1}"/>
              </a:ext>
            </a:extLst>
          </p:cNvPr>
          <p:cNvSpPr>
            <a:spLocks xmlns:a="http://schemas.openxmlformats.org/drawingml/2006/main" noGrp="1"/>
          </p:cNvSpPr>
          <p:nvPr/>
        </p:nvSpPr>
        <p:spPr>
          <a:xfrm xmlns:a="http://schemas.openxmlformats.org/drawingml/2006/main">
            <a:off x="1123950" y="5181600"/>
            <a:ext cx="9944100" cy="895350"/>
          </a:xfrm>
          <a:prstGeom xmlns:a="http://schemas.openxmlformats.org/drawingml/2006/main" prst="roundRect">
            <a:avLst>
              <a:gd name="adj" fmla="val 17021"/>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E50CBE53-BF18-4A80-A29D-95B884CE3AAD}"/>
              </a:ext>
            </a:extLst>
          </p:cNvPr>
          <p:cNvSpPr>
            <a:spLocks xmlns:a="http://schemas.openxmlformats.org/drawingml/2006/main" noGrp="1"/>
          </p:cNvSpPr>
          <p:nvPr/>
        </p:nvSpPr>
        <p:spPr>
          <a:xfrm xmlns:a="http://schemas.openxmlformats.org/drawingml/2006/main">
            <a:off x="1524000" y="53149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xmlns:a="http://schemas.openxmlformats.org/drawingml/2006/main">
              <a:ext uri="{FF2B5EF4-FFF2-40B4-BE49-F238E27FC236}">
                <a16:creationId xmlns:a16="http://schemas.microsoft.com/office/drawing/2014/main" id="{3A3D9C14-794F-4016-9A53-92CC5AA4F5CE}"/>
              </a:ext>
            </a:extLst>
          </p:cNvPr>
          <p:cNvSpPr>
            <a:spLocks xmlns:a="http://schemas.openxmlformats.org/drawingml/2006/main" noGrp="1"/>
          </p:cNvSpPr>
          <p:nvPr/>
        </p:nvSpPr>
        <p:spPr>
          <a:xfrm xmlns:a="http://schemas.openxmlformats.org/drawingml/2006/main">
            <a:off x="1381125" y="5676900"/>
            <a:ext cx="942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8F233B7B-EA32-4CE0-BCAD-4A67223247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19E34FA-C1B9-47A3-8BA3-61812BD51E7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xmlns:a="http://schemas.openxmlformats.org/drawingml/2006/main">
              <a:ext uri="{FF2B5EF4-FFF2-40B4-BE49-F238E27FC236}">
                <a16:creationId xmlns:a16="http://schemas.microsoft.com/office/drawing/2014/main" id="{0D8F709E-76E6-4E38-8E82-5BE12BAB1219}"/>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C66E610D-CF25-46AB-B840-2131076D741E}"/>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51A81E0D-402E-4998-85C6-567245A7304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04</a:t>
            </a:r>
          </a:p>
        </p:txBody>
      </p:sp>
      <p:sp>
        <p:nvSpPr>
          <p:cNvPr id="6" name="Rettangolo 5">
            <a:extLst xmlns:a="http://schemas.openxmlformats.org/drawingml/2006/main">
              <a:ext uri="{FF2B5EF4-FFF2-40B4-BE49-F238E27FC236}">
                <a16:creationId xmlns:a16="http://schemas.microsoft.com/office/drawing/2014/main" id="{52FE96BF-C5D8-4EBB-ADFA-45DAE60C8A98}"/>
              </a:ext>
            </a:extLst>
          </p:cNvPr>
          <p:cNvSpPr>
            <a:spLocks xmlns:a="http://schemas.openxmlformats.org/drawingml/2006/main" noGrp="1"/>
          </p:cNvSpPr>
          <p:nvPr/>
        </p:nvSpPr>
        <p:spPr>
          <a:xfrm xmlns:a="http://schemas.openxmlformats.org/drawingml/2006/main">
            <a:off x="685800" y="1390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xmlns:a="http://schemas.openxmlformats.org/drawingml/2006/main">
              <a:ext uri="{FF2B5EF4-FFF2-40B4-BE49-F238E27FC236}">
                <a16:creationId xmlns:a16="http://schemas.microsoft.com/office/drawing/2014/main" id="{A8148055-D97E-4B5A-9B6A-F238DC4DBA1C}"/>
              </a:ext>
            </a:extLst>
          </p:cNvPr>
          <p:cNvSpPr>
            <a:spLocks xmlns:a="http://schemas.openxmlformats.org/drawingml/2006/main" noGrp="1"/>
          </p:cNvSpPr>
          <p:nvPr/>
        </p:nvSpPr>
        <p:spPr>
          <a:xfrm xmlns:a="http://schemas.openxmlformats.org/drawingml/2006/main">
            <a:off x="685800" y="2114550"/>
            <a:ext cx="3048000" cy="1181100"/>
          </a:xfrm>
          <a:prstGeom xmlns:a="http://schemas.openxmlformats.org/drawingml/2006/main" prst="roundRect">
            <a:avLst>
              <a:gd name="adj" fmla="val 1290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67CF2057-B56B-4EF8-B891-1D8A8FB5D789}"/>
              </a:ext>
            </a:extLst>
          </p:cNvPr>
          <p:cNvSpPr>
            <a:spLocks xmlns:a="http://schemas.openxmlformats.org/drawingml/2006/main" noGrp="1"/>
          </p:cNvSpPr>
          <p:nvPr/>
        </p:nvSpPr>
        <p:spPr>
          <a:xfrm xmlns:a="http://schemas.openxmlformats.org/drawingml/2006/main">
            <a:off x="8763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xmlns:a="http://schemas.openxmlformats.org/drawingml/2006/main">
              <a:ext uri="{FF2B5EF4-FFF2-40B4-BE49-F238E27FC236}">
                <a16:creationId xmlns:a16="http://schemas.microsoft.com/office/drawing/2014/main" id="{C91F0788-58B8-4BE5-B7B6-9DA31BD87AB9}"/>
              </a:ext>
            </a:extLst>
          </p:cNvPr>
          <p:cNvSpPr>
            <a:spLocks xmlns:a="http://schemas.openxmlformats.org/drawingml/2006/main" noGrp="1"/>
          </p:cNvSpPr>
          <p:nvPr/>
        </p:nvSpPr>
        <p:spPr>
          <a:xfrm xmlns:a="http://schemas.openxmlformats.org/drawingml/2006/main">
            <a:off x="8763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xmlns:a="http://schemas.openxmlformats.org/drawingml/2006/main">
              <a:ext uri="{FF2B5EF4-FFF2-40B4-BE49-F238E27FC236}">
                <a16:creationId xmlns:a16="http://schemas.microsoft.com/office/drawing/2014/main" id="{DAD1981F-B9B3-4955-8E93-2C4366243B80}"/>
              </a:ext>
            </a:extLst>
          </p:cNvPr>
          <p:cNvSpPr>
            <a:spLocks xmlns:a="http://schemas.openxmlformats.org/drawingml/2006/main" noGrp="1"/>
          </p:cNvSpPr>
          <p:nvPr/>
        </p:nvSpPr>
        <p:spPr>
          <a:xfrm xmlns:a="http://schemas.openxmlformats.org/drawingml/2006/main">
            <a:off x="4343400" y="2114550"/>
            <a:ext cx="3048000" cy="1181100"/>
          </a:xfrm>
          <a:prstGeom xmlns:a="http://schemas.openxmlformats.org/drawingml/2006/main" prst="roundRect">
            <a:avLst>
              <a:gd name="adj" fmla="val 1290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F51DE534-5451-426F-8C55-A3847300037B}"/>
              </a:ext>
            </a:extLst>
          </p:cNvPr>
          <p:cNvSpPr>
            <a:spLocks xmlns:a="http://schemas.openxmlformats.org/drawingml/2006/main" noGrp="1"/>
          </p:cNvSpPr>
          <p:nvPr/>
        </p:nvSpPr>
        <p:spPr>
          <a:xfrm xmlns:a="http://schemas.openxmlformats.org/drawingml/2006/main">
            <a:off x="45339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xmlns:a="http://schemas.openxmlformats.org/drawingml/2006/main">
              <a:ext uri="{FF2B5EF4-FFF2-40B4-BE49-F238E27FC236}">
                <a16:creationId xmlns:a16="http://schemas.microsoft.com/office/drawing/2014/main" id="{B95C25BE-E0AC-4211-88DD-AF36BE27D58C}"/>
              </a:ext>
            </a:extLst>
          </p:cNvPr>
          <p:cNvSpPr>
            <a:spLocks xmlns:a="http://schemas.openxmlformats.org/drawingml/2006/main" noGrp="1"/>
          </p:cNvSpPr>
          <p:nvPr/>
        </p:nvSpPr>
        <p:spPr>
          <a:xfrm xmlns:a="http://schemas.openxmlformats.org/drawingml/2006/main">
            <a:off x="45339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xmlns:a="http://schemas.openxmlformats.org/drawingml/2006/main">
              <a:ext uri="{FF2B5EF4-FFF2-40B4-BE49-F238E27FC236}">
                <a16:creationId xmlns:a16="http://schemas.microsoft.com/office/drawing/2014/main" id="{AA057755-0908-41EF-9861-B5B3136090A8}"/>
              </a:ext>
            </a:extLst>
          </p:cNvPr>
          <p:cNvSpPr>
            <a:spLocks xmlns:a="http://schemas.openxmlformats.org/drawingml/2006/main" noGrp="1"/>
          </p:cNvSpPr>
          <p:nvPr/>
        </p:nvSpPr>
        <p:spPr>
          <a:xfrm xmlns:a="http://schemas.openxmlformats.org/drawingml/2006/main">
            <a:off x="8001000" y="2114550"/>
            <a:ext cx="3048000" cy="1181100"/>
          </a:xfrm>
          <a:prstGeom xmlns:a="http://schemas.openxmlformats.org/drawingml/2006/main" prst="roundRect">
            <a:avLst>
              <a:gd name="adj" fmla="val 12903"/>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FBF595D1-D2F2-4609-90AA-9836312F8BEA}"/>
              </a:ext>
            </a:extLst>
          </p:cNvPr>
          <p:cNvSpPr>
            <a:spLocks xmlns:a="http://schemas.openxmlformats.org/drawingml/2006/main" noGrp="1"/>
          </p:cNvSpPr>
          <p:nvPr/>
        </p:nvSpPr>
        <p:spPr>
          <a:xfrm xmlns:a="http://schemas.openxmlformats.org/drawingml/2006/main">
            <a:off x="8191500" y="22860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xmlns:a="http://schemas.openxmlformats.org/drawingml/2006/main">
              <a:ext uri="{FF2B5EF4-FFF2-40B4-BE49-F238E27FC236}">
                <a16:creationId xmlns:a16="http://schemas.microsoft.com/office/drawing/2014/main" id="{CA31140D-6563-486C-A3B6-00812F0790B5}"/>
              </a:ext>
            </a:extLst>
          </p:cNvPr>
          <p:cNvSpPr>
            <a:spLocks xmlns:a="http://schemas.openxmlformats.org/drawingml/2006/main" noGrp="1"/>
          </p:cNvSpPr>
          <p:nvPr/>
        </p:nvSpPr>
        <p:spPr>
          <a:xfrm xmlns:a="http://schemas.openxmlformats.org/drawingml/2006/main">
            <a:off x="8191500" y="2857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xmlns:a="http://schemas.openxmlformats.org/drawingml/2006/main">
              <a:ext uri="{FF2B5EF4-FFF2-40B4-BE49-F238E27FC236}">
                <a16:creationId xmlns:a16="http://schemas.microsoft.com/office/drawing/2014/main" id="{E8AE0E5F-D588-4518-BA59-676FC615A528}"/>
              </a:ext>
            </a:extLst>
          </p:cNvPr>
          <p:cNvSpPr>
            <a:spLocks xmlns:a="http://schemas.openxmlformats.org/drawingml/2006/main" noGrp="1"/>
          </p:cNvSpPr>
          <p:nvPr/>
        </p:nvSpPr>
        <p:spPr>
          <a:xfrm xmlns:a="http://schemas.openxmlformats.org/drawingml/2006/main">
            <a:off x="685800" y="3714750"/>
            <a:ext cx="6667500" cy="1352550"/>
          </a:xfrm>
          <a:prstGeom xmlns:a="http://schemas.openxmlformats.org/drawingml/2006/main" prst="roundRect">
            <a:avLst>
              <a:gd name="adj" fmla="val 12676"/>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86E49BA0-1207-489F-96D4-25FAF47B2880}"/>
              </a:ext>
            </a:extLst>
          </p:cNvPr>
          <p:cNvSpPr>
            <a:spLocks xmlns:a="http://schemas.openxmlformats.org/drawingml/2006/main" noGrp="1"/>
          </p:cNvSpPr>
          <p:nvPr/>
        </p:nvSpPr>
        <p:spPr>
          <a:xfrm xmlns:a="http://schemas.openxmlformats.org/drawingml/2006/main">
            <a:off x="952500" y="3962400"/>
            <a:ext cx="613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xmlns:a="http://schemas.openxmlformats.org/drawingml/2006/main">
              <a:ext uri="{FF2B5EF4-FFF2-40B4-BE49-F238E27FC236}">
                <a16:creationId xmlns:a16="http://schemas.microsoft.com/office/drawing/2014/main" id="{2E908EB8-C4F4-4547-90E0-2C16671F8D2D}"/>
              </a:ext>
            </a:extLst>
          </p:cNvPr>
          <p:cNvSpPr>
            <a:spLocks xmlns:a="http://schemas.openxmlformats.org/drawingml/2006/main" noGrp="1"/>
          </p:cNvSpPr>
          <p:nvPr/>
        </p:nvSpPr>
        <p:spPr>
          <a:xfrm xmlns:a="http://schemas.openxmlformats.org/drawingml/2006/main">
            <a:off x="952500" y="4572000"/>
            <a:ext cx="613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xmlns:a="http://schemas.openxmlformats.org/drawingml/2006/main">
              <a:ext uri="{FF2B5EF4-FFF2-40B4-BE49-F238E27FC236}">
                <a16:creationId xmlns:a16="http://schemas.microsoft.com/office/drawing/2014/main" id="{493E70C3-409B-43B7-A636-07BDD643C977}"/>
              </a:ext>
            </a:extLst>
          </p:cNvPr>
          <p:cNvSpPr>
            <a:spLocks xmlns:a="http://schemas.openxmlformats.org/drawingml/2006/main" noGrp="1"/>
          </p:cNvSpPr>
          <p:nvPr/>
        </p:nvSpPr>
        <p:spPr>
          <a:xfrm xmlns:a="http://schemas.openxmlformats.org/drawingml/2006/main">
            <a:off x="7734300" y="3714750"/>
            <a:ext cx="3771900" cy="1352550"/>
          </a:xfrm>
          <a:prstGeom xmlns:a="http://schemas.openxmlformats.org/drawingml/2006/main" prst="roundRect">
            <a:avLst>
              <a:gd name="adj" fmla="val 12676"/>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CFA7B9EC-C8CD-4FB2-B247-F8C9592B3AAE}"/>
              </a:ext>
            </a:extLst>
          </p:cNvPr>
          <p:cNvSpPr>
            <a:spLocks xmlns:a="http://schemas.openxmlformats.org/drawingml/2006/main" noGrp="1"/>
          </p:cNvSpPr>
          <p:nvPr/>
        </p:nvSpPr>
        <p:spPr>
          <a:xfrm xmlns:a="http://schemas.openxmlformats.org/drawingml/2006/main">
            <a:off x="8001000" y="39243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xmlns:a="http://schemas.openxmlformats.org/drawingml/2006/main">
              <a:ext uri="{FF2B5EF4-FFF2-40B4-BE49-F238E27FC236}">
                <a16:creationId xmlns:a16="http://schemas.microsoft.com/office/drawing/2014/main" id="{C59CA103-07C3-4D93-ABAE-B985C7F5307B}"/>
              </a:ext>
            </a:extLst>
          </p:cNvPr>
          <p:cNvSpPr>
            <a:spLocks xmlns:a="http://schemas.openxmlformats.org/drawingml/2006/main" noGrp="1"/>
          </p:cNvSpPr>
          <p:nvPr/>
        </p:nvSpPr>
        <p:spPr>
          <a:xfrm xmlns:a="http://schemas.openxmlformats.org/drawingml/2006/main">
            <a:off x="8001000" y="45720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xmlns:a="http://schemas.openxmlformats.org/drawingml/2006/main">
              <a:ext uri="{FF2B5EF4-FFF2-40B4-BE49-F238E27FC236}">
                <a16:creationId xmlns:a16="http://schemas.microsoft.com/office/drawing/2014/main" id="{97064189-DD4E-40F9-A7D8-F52355D532F4}"/>
              </a:ext>
            </a:extLst>
          </p:cNvPr>
          <p:cNvSpPr>
            <a:spLocks xmlns:a="http://schemas.openxmlformats.org/drawingml/2006/main" noGrp="1"/>
          </p:cNvSpPr>
          <p:nvPr/>
        </p:nvSpPr>
        <p:spPr>
          <a:xfrm xmlns:a="http://schemas.openxmlformats.org/drawingml/2006/main">
            <a:off x="1428750" y="54483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xmlns:a="http://schemas.openxmlformats.org/drawingml/2006/main">
              <a:ext uri="{FF2B5EF4-FFF2-40B4-BE49-F238E27FC236}">
                <a16:creationId xmlns:a16="http://schemas.microsoft.com/office/drawing/2014/main" id="{54B01487-7E01-457B-8FE5-D55CB28A858C}"/>
              </a:ext>
            </a:extLst>
          </p:cNvPr>
          <p:cNvSpPr>
            <a:spLocks xmlns:a="http://schemas.openxmlformats.org/drawingml/2006/main" noGrp="1"/>
          </p:cNvSpPr>
          <p:nvPr/>
        </p:nvSpPr>
        <p:spPr>
          <a:xfrm xmlns:a="http://schemas.openxmlformats.org/drawingml/2006/main">
            <a:off x="1714500" y="5829300"/>
            <a:ext cx="876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8A9DF18E-4042-467C-97B9-4589B37E30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913CC87C-9B72-4C2C-AD30-2FB203B4699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xmlns:a="http://schemas.openxmlformats.org/drawingml/2006/main">
              <a:ext uri="{FF2B5EF4-FFF2-40B4-BE49-F238E27FC236}">
                <a16:creationId xmlns:a16="http://schemas.microsoft.com/office/drawing/2014/main" id="{BCB0685F-E48D-4052-8734-E6910A0E4C4F}"/>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4F4A7D0-C37E-4471-9B99-5FD96688AE1B}"/>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4A482C16-A30B-415B-84DE-F197B421E064}"/>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05</a:t>
            </a:r>
          </a:p>
        </p:txBody>
      </p:sp>
      <p:sp>
        <p:nvSpPr>
          <p:cNvPr id="6" name="Rettangolo con angoli arrotondati 5">
            <a:extLst xmlns:a="http://schemas.openxmlformats.org/drawingml/2006/main">
              <a:ext uri="{FF2B5EF4-FFF2-40B4-BE49-F238E27FC236}">
                <a16:creationId xmlns:a16="http://schemas.microsoft.com/office/drawing/2014/main" id="{19694DF6-BA12-4007-B98D-CE24074B6695}"/>
              </a:ext>
            </a:extLst>
          </p:cNvPr>
          <p:cNvSpPr>
            <a:spLocks xmlns:a="http://schemas.openxmlformats.org/drawingml/2006/main" noGrp="1"/>
          </p:cNvSpPr>
          <p:nvPr/>
        </p:nvSpPr>
        <p:spPr>
          <a:xfrm xmlns:a="http://schemas.openxmlformats.org/drawingml/2006/main">
            <a:off x="685800" y="1409700"/>
            <a:ext cx="5143500" cy="2705100"/>
          </a:xfrm>
          <a:prstGeom xmlns:a="http://schemas.openxmlformats.org/drawingml/2006/main" prst="roundRect">
            <a:avLst>
              <a:gd name="adj" fmla="val 63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C754D5C3-C7C7-47E3-B4A6-F28E654F1A1F}"/>
              </a:ext>
            </a:extLst>
          </p:cNvPr>
          <p:cNvSpPr>
            <a:spLocks xmlns:a="http://schemas.openxmlformats.org/drawingml/2006/main" noGrp="1"/>
          </p:cNvSpPr>
          <p:nvPr/>
        </p:nvSpPr>
        <p:spPr>
          <a:xfrm xmlns:a="http://schemas.openxmlformats.org/drawingml/2006/main">
            <a:off x="9906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xmlns:a="http://schemas.openxmlformats.org/drawingml/2006/main">
              <a:ext uri="{FF2B5EF4-FFF2-40B4-BE49-F238E27FC236}">
                <a16:creationId xmlns:a16="http://schemas.microsoft.com/office/drawing/2014/main" id="{DFFB7302-4FE1-4F8C-B8DE-30ECA9608832}"/>
              </a:ext>
            </a:extLst>
          </p:cNvPr>
          <p:cNvSpPr>
            <a:spLocks xmlns:a="http://schemas.openxmlformats.org/drawingml/2006/main" noGrp="1"/>
          </p:cNvSpPr>
          <p:nvPr/>
        </p:nvSpPr>
        <p:spPr>
          <a:xfrm xmlns:a="http://schemas.openxmlformats.org/drawingml/2006/main">
            <a:off x="990600" y="2114550"/>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xmlns:a="http://schemas.openxmlformats.org/drawingml/2006/main">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xmlns:a="http://schemas.openxmlformats.org/drawingml/2006/main">
              <a:ext uri="{FF2B5EF4-FFF2-40B4-BE49-F238E27FC236}">
                <a16:creationId xmlns:a16="http://schemas.microsoft.com/office/drawing/2014/main" id="{2C5E08B1-D6FC-4045-B482-500474653204}"/>
              </a:ext>
            </a:extLst>
          </p:cNvPr>
          <p:cNvSpPr>
            <a:spLocks xmlns:a="http://schemas.openxmlformats.org/drawingml/2006/main" noGrp="1"/>
          </p:cNvSpPr>
          <p:nvPr/>
        </p:nvSpPr>
        <p:spPr>
          <a:xfrm xmlns:a="http://schemas.openxmlformats.org/drawingml/2006/main">
            <a:off x="990600" y="35242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xmlns:a="http://schemas.openxmlformats.org/drawingml/2006/main">
              <a:ext uri="{FF2B5EF4-FFF2-40B4-BE49-F238E27FC236}">
                <a16:creationId xmlns:a16="http://schemas.microsoft.com/office/drawing/2014/main" id="{98A93300-E588-4524-BF87-E02F18B50A9D}"/>
              </a:ext>
            </a:extLst>
          </p:cNvPr>
          <p:cNvSpPr>
            <a:spLocks xmlns:a="http://schemas.openxmlformats.org/drawingml/2006/main" noGrp="1"/>
          </p:cNvSpPr>
          <p:nvPr/>
        </p:nvSpPr>
        <p:spPr>
          <a:xfrm xmlns:a="http://schemas.openxmlformats.org/drawingml/2006/main">
            <a:off x="6362700" y="1409700"/>
            <a:ext cx="5143500" cy="270510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56EC00C9-A240-4103-BF94-6EB97877400B}"/>
              </a:ext>
            </a:extLst>
          </p:cNvPr>
          <p:cNvSpPr>
            <a:spLocks xmlns:a="http://schemas.openxmlformats.org/drawingml/2006/main" noGrp="1"/>
          </p:cNvSpPr>
          <p:nvPr/>
        </p:nvSpPr>
        <p:spPr>
          <a:xfrm xmlns:a="http://schemas.openxmlformats.org/drawingml/2006/main">
            <a:off x="6667500" y="16573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xmlns:a="http://schemas.openxmlformats.org/drawingml/2006/main">
              <a:ext uri="{FF2B5EF4-FFF2-40B4-BE49-F238E27FC236}">
                <a16:creationId xmlns:a16="http://schemas.microsoft.com/office/drawing/2014/main" id="{4EB6323D-5229-4FB7-99FB-3FC21DAEEEBD}"/>
              </a:ext>
            </a:extLst>
          </p:cNvPr>
          <p:cNvSpPr>
            <a:spLocks xmlns:a="http://schemas.openxmlformats.org/drawingml/2006/main" noGrp="1"/>
          </p:cNvSpPr>
          <p:nvPr/>
        </p:nvSpPr>
        <p:spPr>
          <a:xfrm xmlns:a="http://schemas.openxmlformats.org/drawingml/2006/main">
            <a:off x="6667500" y="2114550"/>
            <a:ext cx="4333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xmlns:a="http://schemas.openxmlformats.org/drawingml/2006/main">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xmlns:a="http://schemas.openxmlformats.org/drawingml/2006/main">
              <a:ext uri="{FF2B5EF4-FFF2-40B4-BE49-F238E27FC236}">
                <a16:creationId xmlns:a16="http://schemas.microsoft.com/office/drawing/2014/main" id="{1940F821-DB94-4198-A67D-0F34539A9B01}"/>
              </a:ext>
            </a:extLst>
          </p:cNvPr>
          <p:cNvSpPr>
            <a:spLocks xmlns:a="http://schemas.openxmlformats.org/drawingml/2006/main" noGrp="1"/>
          </p:cNvSpPr>
          <p:nvPr/>
        </p:nvSpPr>
        <p:spPr>
          <a:xfrm xmlns:a="http://schemas.openxmlformats.org/drawingml/2006/main">
            <a:off x="666750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xmlns:a="http://schemas.openxmlformats.org/drawingml/2006/main">
              <a:ext uri="{FF2B5EF4-FFF2-40B4-BE49-F238E27FC236}">
                <a16:creationId xmlns:a16="http://schemas.microsoft.com/office/drawing/2014/main" id="{88C109F7-273D-459C-BB14-90A9205313D4}"/>
              </a:ext>
            </a:extLst>
          </p:cNvPr>
          <p:cNvSpPr>
            <a:spLocks xmlns:a="http://schemas.openxmlformats.org/drawingml/2006/main" noGrp="1"/>
          </p:cNvSpPr>
          <p:nvPr/>
        </p:nvSpPr>
        <p:spPr>
          <a:xfrm xmlns:a="http://schemas.openxmlformats.org/drawingml/2006/main">
            <a:off x="685800" y="44577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xmlns:a="http://schemas.openxmlformats.org/drawingml/2006/main">
              <a:ext uri="{FF2B5EF4-FFF2-40B4-BE49-F238E27FC236}">
                <a16:creationId xmlns:a16="http://schemas.microsoft.com/office/drawing/2014/main" id="{D0FAD262-96F1-4338-83F7-F0766FE9CDD5}"/>
              </a:ext>
            </a:extLst>
          </p:cNvPr>
          <p:cNvSpPr>
            <a:spLocks xmlns:a="http://schemas.openxmlformats.org/drawingml/2006/main" noGrp="1"/>
          </p:cNvSpPr>
          <p:nvPr/>
        </p:nvSpPr>
        <p:spPr>
          <a:xfrm xmlns:a="http://schemas.openxmlformats.org/drawingml/2006/main">
            <a:off x="685800" y="4857750"/>
            <a:ext cx="3505200" cy="1104900"/>
          </a:xfrm>
          <a:prstGeom xmlns:a="http://schemas.openxmlformats.org/drawingml/2006/main" prst="roundRect">
            <a:avLst>
              <a:gd name="adj" fmla="val 12069"/>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A1BC2A9B-3EA3-421B-B9EF-D8552CAA31A6}"/>
              </a:ext>
            </a:extLst>
          </p:cNvPr>
          <p:cNvSpPr>
            <a:spLocks xmlns:a="http://schemas.openxmlformats.org/drawingml/2006/main" noGrp="1"/>
          </p:cNvSpPr>
          <p:nvPr/>
        </p:nvSpPr>
        <p:spPr>
          <a:xfrm xmlns:a="http://schemas.openxmlformats.org/drawingml/2006/main">
            <a:off x="8572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xmlns:a="http://schemas.openxmlformats.org/drawingml/2006/main">
              <a:ext uri="{FF2B5EF4-FFF2-40B4-BE49-F238E27FC236}">
                <a16:creationId xmlns:a16="http://schemas.microsoft.com/office/drawing/2014/main" id="{F37C7E16-C6EA-40E2-8936-26BD745EF6C6}"/>
              </a:ext>
            </a:extLst>
          </p:cNvPr>
          <p:cNvSpPr>
            <a:spLocks xmlns:a="http://schemas.openxmlformats.org/drawingml/2006/main" noGrp="1"/>
          </p:cNvSpPr>
          <p:nvPr/>
        </p:nvSpPr>
        <p:spPr>
          <a:xfrm xmlns:a="http://schemas.openxmlformats.org/drawingml/2006/main">
            <a:off x="9144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xmlns:a="http://schemas.openxmlformats.org/drawingml/2006/main">
              <a:ext uri="{FF2B5EF4-FFF2-40B4-BE49-F238E27FC236}">
                <a16:creationId xmlns:a16="http://schemas.microsoft.com/office/drawing/2014/main" id="{FC128AEF-92C5-4E35-BDB3-6D38879C6AD4}"/>
              </a:ext>
            </a:extLst>
          </p:cNvPr>
          <p:cNvSpPr>
            <a:spLocks xmlns:a="http://schemas.openxmlformats.org/drawingml/2006/main" noGrp="1"/>
          </p:cNvSpPr>
          <p:nvPr/>
        </p:nvSpPr>
        <p:spPr>
          <a:xfrm xmlns:a="http://schemas.openxmlformats.org/drawingml/2006/main">
            <a:off x="4343400" y="4857750"/>
            <a:ext cx="3505200" cy="1104900"/>
          </a:xfrm>
          <a:prstGeom xmlns:a="http://schemas.openxmlformats.org/drawingml/2006/main" prst="roundRect">
            <a:avLst>
              <a:gd name="adj" fmla="val 12069"/>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2CE88DA7-3406-417C-9434-A21622865CD5}"/>
              </a:ext>
            </a:extLst>
          </p:cNvPr>
          <p:cNvSpPr>
            <a:spLocks xmlns:a="http://schemas.openxmlformats.org/drawingml/2006/main" noGrp="1"/>
          </p:cNvSpPr>
          <p:nvPr/>
        </p:nvSpPr>
        <p:spPr>
          <a:xfrm xmlns:a="http://schemas.openxmlformats.org/drawingml/2006/main">
            <a:off x="45148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xmlns:a="http://schemas.openxmlformats.org/drawingml/2006/main">
              <a:ext uri="{FF2B5EF4-FFF2-40B4-BE49-F238E27FC236}">
                <a16:creationId xmlns:a16="http://schemas.microsoft.com/office/drawing/2014/main" id="{3B11CD2C-E9E6-4F62-8369-743441D1FC5E}"/>
              </a:ext>
            </a:extLst>
          </p:cNvPr>
          <p:cNvSpPr>
            <a:spLocks xmlns:a="http://schemas.openxmlformats.org/drawingml/2006/main" noGrp="1"/>
          </p:cNvSpPr>
          <p:nvPr/>
        </p:nvSpPr>
        <p:spPr>
          <a:xfrm xmlns:a="http://schemas.openxmlformats.org/drawingml/2006/main">
            <a:off x="45720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xmlns:a="http://schemas.openxmlformats.org/drawingml/2006/main">
              <a:ext uri="{FF2B5EF4-FFF2-40B4-BE49-F238E27FC236}">
                <a16:creationId xmlns:a16="http://schemas.microsoft.com/office/drawing/2014/main" id="{67DA1114-C657-4C88-BA6D-0A11C4C0C09D}"/>
              </a:ext>
            </a:extLst>
          </p:cNvPr>
          <p:cNvSpPr>
            <a:spLocks xmlns:a="http://schemas.openxmlformats.org/drawingml/2006/main" noGrp="1"/>
          </p:cNvSpPr>
          <p:nvPr/>
        </p:nvSpPr>
        <p:spPr>
          <a:xfrm xmlns:a="http://schemas.openxmlformats.org/drawingml/2006/main">
            <a:off x="8001000" y="4857750"/>
            <a:ext cx="3505200" cy="1104900"/>
          </a:xfrm>
          <a:prstGeom xmlns:a="http://schemas.openxmlformats.org/drawingml/2006/main" prst="roundRect">
            <a:avLst>
              <a:gd name="adj" fmla="val 12069"/>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28CECFA8-8A49-4567-8CE6-BD12F2E08422}"/>
              </a:ext>
            </a:extLst>
          </p:cNvPr>
          <p:cNvSpPr>
            <a:spLocks xmlns:a="http://schemas.openxmlformats.org/drawingml/2006/main" noGrp="1"/>
          </p:cNvSpPr>
          <p:nvPr/>
        </p:nvSpPr>
        <p:spPr>
          <a:xfrm xmlns:a="http://schemas.openxmlformats.org/drawingml/2006/main">
            <a:off x="8172450" y="5029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xmlns:a="http://schemas.openxmlformats.org/drawingml/2006/main">
              <a:ext uri="{FF2B5EF4-FFF2-40B4-BE49-F238E27FC236}">
                <a16:creationId xmlns:a16="http://schemas.microsoft.com/office/drawing/2014/main" id="{C604F757-AFD3-46F8-BFBF-FDE0793FAF4D}"/>
              </a:ext>
            </a:extLst>
          </p:cNvPr>
          <p:cNvSpPr>
            <a:spLocks xmlns:a="http://schemas.openxmlformats.org/drawingml/2006/main" noGrp="1"/>
          </p:cNvSpPr>
          <p:nvPr/>
        </p:nvSpPr>
        <p:spPr>
          <a:xfrm xmlns:a="http://schemas.openxmlformats.org/drawingml/2006/main">
            <a:off x="8229600" y="5391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Rettangolo 26">
            <a:extLst xmlns:a="http://schemas.openxmlformats.org/drawingml/2006/main">
              <a:ext uri="{FF2B5EF4-FFF2-40B4-BE49-F238E27FC236}">
                <a16:creationId xmlns:a16="http://schemas.microsoft.com/office/drawing/2014/main" id="{81E6EA5E-1BA3-4F66-A39C-B36EC754644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030D2A4-C965-47CF-8557-481DDBF7BAD0}"/>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xmlns:a="http://schemas.openxmlformats.org/drawingml/2006/main">
              <a:ext uri="{FF2B5EF4-FFF2-40B4-BE49-F238E27FC236}">
                <a16:creationId xmlns:a16="http://schemas.microsoft.com/office/drawing/2014/main" id="{574AC689-33AE-4188-BD30-A98CE3C1F13C}"/>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89D44508-8BE4-44DA-A23D-C69ABEFD103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9874DB88-CD45-410D-B418-22DA962B98FC}"/>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06</a:t>
            </a:r>
          </a:p>
        </p:txBody>
      </p:sp>
      <p:sp>
        <p:nvSpPr>
          <p:cNvPr id="6" name="Rettangolo 5">
            <a:extLst xmlns:a="http://schemas.openxmlformats.org/drawingml/2006/main">
              <a:ext uri="{FF2B5EF4-FFF2-40B4-BE49-F238E27FC236}">
                <a16:creationId xmlns:a16="http://schemas.microsoft.com/office/drawing/2014/main" id="{C4E232F5-EA03-4FB1-8CD5-60017B2B3666}"/>
              </a:ext>
            </a:extLst>
          </p:cNvPr>
          <p:cNvSpPr>
            <a:spLocks xmlns:a="http://schemas.openxmlformats.org/drawingml/2006/main" noGrp="1"/>
          </p:cNvSpPr>
          <p:nvPr/>
        </p:nvSpPr>
        <p:spPr>
          <a:xfrm xmlns:a="http://schemas.openxmlformats.org/drawingml/2006/main">
            <a:off x="1733550" y="2266950"/>
            <a:ext cx="8724900" cy="571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A546D0B0-58E3-4310-ABD1-CC65AA1F65B9}"/>
              </a:ext>
            </a:extLst>
          </p:cNvPr>
          <p:cNvSpPr>
            <a:spLocks xmlns:a="http://schemas.openxmlformats.org/drawingml/2006/main" noGrp="1"/>
          </p:cNvSpPr>
          <p:nvPr/>
        </p:nvSpPr>
        <p:spPr>
          <a:xfrm xmlns:a="http://schemas.openxmlformats.org/drawingml/2006/main">
            <a:off x="6858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A81CFEC4-5E35-4C15-A807-197F3453E411}"/>
              </a:ext>
            </a:extLst>
          </p:cNvPr>
          <p:cNvSpPr>
            <a:spLocks xmlns:a="http://schemas.openxmlformats.org/drawingml/2006/main" noGrp="1"/>
          </p:cNvSpPr>
          <p:nvPr/>
        </p:nvSpPr>
        <p:spPr>
          <a:xfrm xmlns:a="http://schemas.openxmlformats.org/drawingml/2006/main">
            <a:off x="8572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xmlns:a="http://schemas.openxmlformats.org/drawingml/2006/main">
              <a:ext uri="{FF2B5EF4-FFF2-40B4-BE49-F238E27FC236}">
                <a16:creationId xmlns:a16="http://schemas.microsoft.com/office/drawing/2014/main" id="{0C82864D-2992-412D-87C9-C8116242CB92}"/>
              </a:ext>
            </a:extLst>
          </p:cNvPr>
          <p:cNvSpPr>
            <a:spLocks xmlns:a="http://schemas.openxmlformats.org/drawingml/2006/main" noGrp="1"/>
          </p:cNvSpPr>
          <p:nvPr/>
        </p:nvSpPr>
        <p:spPr>
          <a:xfrm xmlns:a="http://schemas.openxmlformats.org/drawingml/2006/main">
            <a:off x="8572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xmlns:a="http://schemas.openxmlformats.org/drawingml/2006/main">
              <a:ext uri="{FF2B5EF4-FFF2-40B4-BE49-F238E27FC236}">
                <a16:creationId xmlns:a16="http://schemas.microsoft.com/office/drawing/2014/main" id="{52BB320A-88DF-4212-9748-1A81E55A6509}"/>
              </a:ext>
            </a:extLst>
          </p:cNvPr>
          <p:cNvSpPr>
            <a:spLocks xmlns:a="http://schemas.openxmlformats.org/drawingml/2006/main" noGrp="1"/>
          </p:cNvSpPr>
          <p:nvPr/>
        </p:nvSpPr>
        <p:spPr>
          <a:xfrm xmlns:a="http://schemas.openxmlformats.org/drawingml/2006/main">
            <a:off x="4762500" y="1657350"/>
            <a:ext cx="2667000" cy="1257300"/>
          </a:xfrm>
          <a:prstGeom xmlns:a="http://schemas.openxmlformats.org/drawingml/2006/main" prst="roundRect">
            <a:avLst>
              <a:gd name="adj" fmla="val 12121"/>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FD74F8E5-4D60-416B-B482-9CAE4E4D1E2F}"/>
              </a:ext>
            </a:extLst>
          </p:cNvPr>
          <p:cNvSpPr>
            <a:spLocks xmlns:a="http://schemas.openxmlformats.org/drawingml/2006/main" noGrp="1"/>
          </p:cNvSpPr>
          <p:nvPr/>
        </p:nvSpPr>
        <p:spPr>
          <a:xfrm xmlns:a="http://schemas.openxmlformats.org/drawingml/2006/main">
            <a:off x="49339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xmlns:a="http://schemas.openxmlformats.org/drawingml/2006/main">
              <a:ext uri="{FF2B5EF4-FFF2-40B4-BE49-F238E27FC236}">
                <a16:creationId xmlns:a16="http://schemas.microsoft.com/office/drawing/2014/main" id="{6EB043F8-9E47-4F79-A3FB-61719463254C}"/>
              </a:ext>
            </a:extLst>
          </p:cNvPr>
          <p:cNvSpPr>
            <a:spLocks xmlns:a="http://schemas.openxmlformats.org/drawingml/2006/main" noGrp="1"/>
          </p:cNvSpPr>
          <p:nvPr/>
        </p:nvSpPr>
        <p:spPr>
          <a:xfrm xmlns:a="http://schemas.openxmlformats.org/drawingml/2006/main">
            <a:off x="49339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xmlns:a="http://schemas.openxmlformats.org/drawingml/2006/main">
              <a:ext uri="{FF2B5EF4-FFF2-40B4-BE49-F238E27FC236}">
                <a16:creationId xmlns:a16="http://schemas.microsoft.com/office/drawing/2014/main" id="{3BB1E76B-72A2-4DBC-842E-AEA144C0BA95}"/>
              </a:ext>
            </a:extLst>
          </p:cNvPr>
          <p:cNvSpPr>
            <a:spLocks xmlns:a="http://schemas.openxmlformats.org/drawingml/2006/main" noGrp="1"/>
          </p:cNvSpPr>
          <p:nvPr/>
        </p:nvSpPr>
        <p:spPr>
          <a:xfrm xmlns:a="http://schemas.openxmlformats.org/drawingml/2006/main">
            <a:off x="8839200" y="1657350"/>
            <a:ext cx="2667000" cy="125730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A556E7B6-FC90-493A-BF1D-397EFBDE7A22}"/>
              </a:ext>
            </a:extLst>
          </p:cNvPr>
          <p:cNvSpPr>
            <a:spLocks xmlns:a="http://schemas.openxmlformats.org/drawingml/2006/main" noGrp="1"/>
          </p:cNvSpPr>
          <p:nvPr/>
        </p:nvSpPr>
        <p:spPr>
          <a:xfrm xmlns:a="http://schemas.openxmlformats.org/drawingml/2006/main">
            <a:off x="9010650" y="1885950"/>
            <a:ext cx="232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xmlns:a="http://schemas.openxmlformats.org/drawingml/2006/main">
              <a:ext uri="{FF2B5EF4-FFF2-40B4-BE49-F238E27FC236}">
                <a16:creationId xmlns:a16="http://schemas.microsoft.com/office/drawing/2014/main" id="{7D3EA51E-91B9-4C0F-9EBE-F9DF968A206F}"/>
              </a:ext>
            </a:extLst>
          </p:cNvPr>
          <p:cNvSpPr>
            <a:spLocks xmlns:a="http://schemas.openxmlformats.org/drawingml/2006/main" noGrp="1"/>
          </p:cNvSpPr>
          <p:nvPr/>
        </p:nvSpPr>
        <p:spPr>
          <a:xfrm xmlns:a="http://schemas.openxmlformats.org/drawingml/2006/main">
            <a:off x="9010650" y="23431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xmlns:a="http://schemas.openxmlformats.org/drawingml/2006/main">
              <a:ext uri="{FF2B5EF4-FFF2-40B4-BE49-F238E27FC236}">
                <a16:creationId xmlns:a16="http://schemas.microsoft.com/office/drawing/2014/main" id="{4063CCF0-7B01-49ED-91C7-126039BFBC3F}"/>
              </a:ext>
            </a:extLst>
          </p:cNvPr>
          <p:cNvSpPr>
            <a:spLocks xmlns:a="http://schemas.openxmlformats.org/drawingml/2006/main" noGrp="1"/>
          </p:cNvSpPr>
          <p:nvPr/>
        </p:nvSpPr>
        <p:spPr>
          <a:xfrm xmlns:a="http://schemas.openxmlformats.org/drawingml/2006/main">
            <a:off x="35909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xmlns:a="http://schemas.openxmlformats.org/drawingml/2006/main">
              <a:ext uri="{FF2B5EF4-FFF2-40B4-BE49-F238E27FC236}">
                <a16:creationId xmlns:a16="http://schemas.microsoft.com/office/drawing/2014/main" id="{2F1F406C-D78B-4AA1-80BA-9D9321429CEC}"/>
              </a:ext>
            </a:extLst>
          </p:cNvPr>
          <p:cNvSpPr>
            <a:spLocks xmlns:a="http://schemas.openxmlformats.org/drawingml/2006/main" noGrp="1"/>
          </p:cNvSpPr>
          <p:nvPr/>
        </p:nvSpPr>
        <p:spPr>
          <a:xfrm xmlns:a="http://schemas.openxmlformats.org/drawingml/2006/main">
            <a:off x="7667625" y="1943100"/>
            <a:ext cx="83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xmlns:a="http://schemas.openxmlformats.org/drawingml/2006/main">
              <a:ext uri="{FF2B5EF4-FFF2-40B4-BE49-F238E27FC236}">
                <a16:creationId xmlns:a16="http://schemas.microsoft.com/office/drawing/2014/main" id="{91253F60-E8B5-495D-AEBF-8CC9D8FD6960}"/>
              </a:ext>
            </a:extLst>
          </p:cNvPr>
          <p:cNvSpPr>
            <a:spLocks xmlns:a="http://schemas.openxmlformats.org/drawingml/2006/main" noGrp="1"/>
          </p:cNvSpPr>
          <p:nvPr/>
        </p:nvSpPr>
        <p:spPr>
          <a:xfrm xmlns:a="http://schemas.openxmlformats.org/drawingml/2006/main">
            <a:off x="106680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xmlns:a="http://schemas.openxmlformats.org/drawingml/2006/main">
              <a:ext uri="{FF2B5EF4-FFF2-40B4-BE49-F238E27FC236}">
                <a16:creationId xmlns:a16="http://schemas.microsoft.com/office/drawing/2014/main" id="{BC8311FB-C066-4072-B667-B34AD4D0E420}"/>
              </a:ext>
            </a:extLst>
          </p:cNvPr>
          <p:cNvSpPr>
            <a:spLocks xmlns:a="http://schemas.openxmlformats.org/drawingml/2006/main" noGrp="1"/>
          </p:cNvSpPr>
          <p:nvPr/>
        </p:nvSpPr>
        <p:spPr>
          <a:xfrm xmlns:a="http://schemas.openxmlformats.org/drawingml/2006/main">
            <a:off x="106680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xmlns:a="http://schemas.openxmlformats.org/drawingml/2006/main">
              <a:ext uri="{FF2B5EF4-FFF2-40B4-BE49-F238E27FC236}">
                <a16:creationId xmlns:a16="http://schemas.microsoft.com/office/drawing/2014/main" id="{97D0AD05-5F40-433E-89C0-32EEE5F2F868}"/>
              </a:ext>
            </a:extLst>
          </p:cNvPr>
          <p:cNvSpPr>
            <a:spLocks xmlns:a="http://schemas.openxmlformats.org/drawingml/2006/main" noGrp="1"/>
          </p:cNvSpPr>
          <p:nvPr/>
        </p:nvSpPr>
        <p:spPr>
          <a:xfrm xmlns:a="http://schemas.openxmlformats.org/drawingml/2006/main">
            <a:off x="106680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xmlns:a="http://schemas.openxmlformats.org/drawingml/2006/main">
              <a:ext uri="{FF2B5EF4-FFF2-40B4-BE49-F238E27FC236}">
                <a16:creationId xmlns:a16="http://schemas.microsoft.com/office/drawing/2014/main" id="{5E474FE5-9B28-42E6-B688-9EA5D69086EE}"/>
              </a:ext>
            </a:extLst>
          </p:cNvPr>
          <p:cNvSpPr>
            <a:spLocks xmlns:a="http://schemas.openxmlformats.org/drawingml/2006/main" noGrp="1"/>
          </p:cNvSpPr>
          <p:nvPr/>
        </p:nvSpPr>
        <p:spPr>
          <a:xfrm xmlns:a="http://schemas.openxmlformats.org/drawingml/2006/main">
            <a:off x="6076950" y="3390900"/>
            <a:ext cx="28575" cy="18097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A074807C-4784-4903-B750-5BECA1BD3546}"/>
              </a:ext>
            </a:extLst>
          </p:cNvPr>
          <p:cNvSpPr>
            <a:spLocks xmlns:a="http://schemas.openxmlformats.org/drawingml/2006/main" noGrp="1"/>
          </p:cNvSpPr>
          <p:nvPr/>
        </p:nvSpPr>
        <p:spPr>
          <a:xfrm xmlns:a="http://schemas.openxmlformats.org/drawingml/2006/main">
            <a:off x="7029450" y="3429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xmlns:a="http://schemas.openxmlformats.org/drawingml/2006/main">
              <a:ext uri="{FF2B5EF4-FFF2-40B4-BE49-F238E27FC236}">
                <a16:creationId xmlns:a16="http://schemas.microsoft.com/office/drawing/2014/main" id="{5FC9D189-EFC1-4DC8-81D2-005B26D5BFA5}"/>
              </a:ext>
            </a:extLst>
          </p:cNvPr>
          <p:cNvSpPr>
            <a:spLocks xmlns:a="http://schemas.openxmlformats.org/drawingml/2006/main" noGrp="1"/>
          </p:cNvSpPr>
          <p:nvPr/>
        </p:nvSpPr>
        <p:spPr>
          <a:xfrm xmlns:a="http://schemas.openxmlformats.org/drawingml/2006/main">
            <a:off x="7029450" y="382905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xmlns:a="http://schemas.openxmlformats.org/drawingml/2006/main">
              <a:ext uri="{FF2B5EF4-FFF2-40B4-BE49-F238E27FC236}">
                <a16:creationId xmlns:a16="http://schemas.microsoft.com/office/drawing/2014/main" id="{C1CE03FA-0D68-42C1-89E8-C743E7BB7F52}"/>
              </a:ext>
            </a:extLst>
          </p:cNvPr>
          <p:cNvSpPr>
            <a:spLocks xmlns:a="http://schemas.openxmlformats.org/drawingml/2006/main" noGrp="1"/>
          </p:cNvSpPr>
          <p:nvPr/>
        </p:nvSpPr>
        <p:spPr>
          <a:xfrm xmlns:a="http://schemas.openxmlformats.org/drawingml/2006/main">
            <a:off x="7029450" y="4514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xmlns:a="http://schemas.openxmlformats.org/drawingml/2006/main">
              <a:ext uri="{FF2B5EF4-FFF2-40B4-BE49-F238E27FC236}">
                <a16:creationId xmlns:a16="http://schemas.microsoft.com/office/drawing/2014/main" id="{679C6CA1-E422-4B3D-A1C4-68A1B04782DB}"/>
              </a:ext>
            </a:extLst>
          </p:cNvPr>
          <p:cNvSpPr>
            <a:spLocks xmlns:a="http://schemas.openxmlformats.org/drawingml/2006/main" noGrp="1"/>
          </p:cNvSpPr>
          <p:nvPr/>
        </p:nvSpPr>
        <p:spPr>
          <a:xfrm xmlns:a="http://schemas.openxmlformats.org/drawingml/2006/main">
            <a:off x="1790700" y="5429250"/>
            <a:ext cx="8610600" cy="552450"/>
          </a:xfrm>
          <a:prstGeom xmlns:a="http://schemas.openxmlformats.org/drawingml/2006/main" prst="roundRect">
            <a:avLst>
              <a:gd name="adj" fmla="val 24138"/>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9AC02F13-9E37-4088-8708-E1F14BE825A7}"/>
              </a:ext>
            </a:extLst>
          </p:cNvPr>
          <p:cNvSpPr>
            <a:spLocks xmlns:a="http://schemas.openxmlformats.org/drawingml/2006/main" noGrp="1"/>
          </p:cNvSpPr>
          <p:nvPr/>
        </p:nvSpPr>
        <p:spPr>
          <a:xfrm xmlns:a="http://schemas.openxmlformats.org/drawingml/2006/main">
            <a:off x="2038350" y="5581650"/>
            <a:ext cx="811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5" name="Rettangolo 34">
            <a:extLst xmlns:a="http://schemas.openxmlformats.org/drawingml/2006/main">
              <a:ext uri="{FF2B5EF4-FFF2-40B4-BE49-F238E27FC236}">
                <a16:creationId xmlns:a16="http://schemas.microsoft.com/office/drawing/2014/main" id="{B682DB6E-8EFB-4DA0-800D-68D826B183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C2FB14A-91A6-468C-9FBC-56EB8791369E}"/>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xmlns:a="http://schemas.openxmlformats.org/drawingml/2006/main">
              <a:ext uri="{FF2B5EF4-FFF2-40B4-BE49-F238E27FC236}">
                <a16:creationId xmlns:a16="http://schemas.microsoft.com/office/drawing/2014/main" id="{C191ECC7-CDAF-4D9F-AF0A-FC4F6D1F8648}"/>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4E86AFB-EC30-4BB1-A97A-884CD498C0D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B1BC9993-142B-4F39-8B3D-F8FBFA60361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07</a:t>
            </a:r>
          </a:p>
        </p:txBody>
      </p:sp>
      <p:sp>
        <p:nvSpPr>
          <p:cNvPr id="6" name="Rettangolo 5">
            <a:extLst xmlns:a="http://schemas.openxmlformats.org/drawingml/2006/main">
              <a:ext uri="{FF2B5EF4-FFF2-40B4-BE49-F238E27FC236}">
                <a16:creationId xmlns:a16="http://schemas.microsoft.com/office/drawing/2014/main" id="{16658F52-9BE9-415C-BF14-A5CB15AB43AB}"/>
              </a:ext>
            </a:extLst>
          </p:cNvPr>
          <p:cNvSpPr>
            <a:spLocks xmlns:a="http://schemas.openxmlformats.org/drawingml/2006/main" noGrp="1"/>
          </p:cNvSpPr>
          <p:nvPr/>
        </p:nvSpPr>
        <p:spPr>
          <a:xfrm xmlns:a="http://schemas.openxmlformats.org/drawingml/2006/main">
            <a:off x="685800" y="125730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xmlns:a="http://schemas.openxmlformats.org/drawingml/2006/main">
              <a:ext uri="{FF2B5EF4-FFF2-40B4-BE49-F238E27FC236}">
                <a16:creationId xmlns:a16="http://schemas.microsoft.com/office/drawing/2014/main" id="{56AE85E9-0E8F-4E95-8EC0-7B131EEDAC00}"/>
              </a:ext>
            </a:extLst>
          </p:cNvPr>
          <p:cNvSpPr>
            <a:spLocks xmlns:a="http://schemas.openxmlformats.org/drawingml/2006/main" noGrp="1"/>
          </p:cNvSpPr>
          <p:nvPr/>
        </p:nvSpPr>
        <p:spPr>
          <a:xfrm xmlns:a="http://schemas.openxmlformats.org/drawingml/2006/main">
            <a:off x="68580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9577C2D9-78D1-4F27-ABC7-FD9633E30F4D}"/>
              </a:ext>
            </a:extLst>
          </p:cNvPr>
          <p:cNvSpPr>
            <a:spLocks xmlns:a="http://schemas.openxmlformats.org/drawingml/2006/main" noGrp="1"/>
          </p:cNvSpPr>
          <p:nvPr/>
        </p:nvSpPr>
        <p:spPr>
          <a:xfrm xmlns:a="http://schemas.openxmlformats.org/drawingml/2006/main">
            <a:off x="87630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xmlns:a="http://schemas.openxmlformats.org/drawingml/2006/main">
              <a:ext uri="{FF2B5EF4-FFF2-40B4-BE49-F238E27FC236}">
                <a16:creationId xmlns:a16="http://schemas.microsoft.com/office/drawing/2014/main" id="{2E82C4FA-E336-46EA-9A84-371A09CA3AEA}"/>
              </a:ext>
            </a:extLst>
          </p:cNvPr>
          <p:cNvSpPr>
            <a:spLocks xmlns:a="http://schemas.openxmlformats.org/drawingml/2006/main" noGrp="1"/>
          </p:cNvSpPr>
          <p:nvPr/>
        </p:nvSpPr>
        <p:spPr>
          <a:xfrm xmlns:a="http://schemas.openxmlformats.org/drawingml/2006/main">
            <a:off x="87630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xmlns:a="http://schemas.openxmlformats.org/drawingml/2006/main">
              <a:ext uri="{FF2B5EF4-FFF2-40B4-BE49-F238E27FC236}">
                <a16:creationId xmlns:a16="http://schemas.microsoft.com/office/drawing/2014/main" id="{70F2D2A0-02D8-4A6B-9903-BE856DE2D296}"/>
              </a:ext>
            </a:extLst>
          </p:cNvPr>
          <p:cNvSpPr>
            <a:spLocks xmlns:a="http://schemas.openxmlformats.org/drawingml/2006/main" noGrp="1"/>
          </p:cNvSpPr>
          <p:nvPr/>
        </p:nvSpPr>
        <p:spPr>
          <a:xfrm xmlns:a="http://schemas.openxmlformats.org/drawingml/2006/main">
            <a:off x="87630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xmlns:a="http://schemas.openxmlformats.org/drawingml/2006/main">
              <a:ext uri="{FF2B5EF4-FFF2-40B4-BE49-F238E27FC236}">
                <a16:creationId xmlns:a16="http://schemas.microsoft.com/office/drawing/2014/main" id="{49D9FAB2-354F-4D6E-AEB6-D07E9821938A}"/>
              </a:ext>
            </a:extLst>
          </p:cNvPr>
          <p:cNvSpPr>
            <a:spLocks xmlns:a="http://schemas.openxmlformats.org/drawingml/2006/main" noGrp="1"/>
          </p:cNvSpPr>
          <p:nvPr/>
        </p:nvSpPr>
        <p:spPr>
          <a:xfrm xmlns:a="http://schemas.openxmlformats.org/drawingml/2006/main">
            <a:off x="190500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xmlns:a="http://schemas.openxmlformats.org/drawingml/2006/main">
              <a:ext uri="{FF2B5EF4-FFF2-40B4-BE49-F238E27FC236}">
                <a16:creationId xmlns:a16="http://schemas.microsoft.com/office/drawing/2014/main" id="{F996CD3D-5C3A-40B2-A13D-7A62926E9BE4}"/>
              </a:ext>
            </a:extLst>
          </p:cNvPr>
          <p:cNvSpPr>
            <a:spLocks xmlns:a="http://schemas.openxmlformats.org/drawingml/2006/main" noGrp="1"/>
          </p:cNvSpPr>
          <p:nvPr/>
        </p:nvSpPr>
        <p:spPr>
          <a:xfrm xmlns:a="http://schemas.openxmlformats.org/drawingml/2006/main">
            <a:off x="276225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xmlns:a="http://schemas.openxmlformats.org/drawingml/2006/main">
              <a:ext uri="{FF2B5EF4-FFF2-40B4-BE49-F238E27FC236}">
                <a16:creationId xmlns:a16="http://schemas.microsoft.com/office/drawing/2014/main" id="{A0E55963-0CB1-4969-8E2A-F4EB81ADF8D4}"/>
              </a:ext>
            </a:extLst>
          </p:cNvPr>
          <p:cNvSpPr>
            <a:spLocks xmlns:a="http://schemas.openxmlformats.org/drawingml/2006/main" noGrp="1"/>
          </p:cNvSpPr>
          <p:nvPr/>
        </p:nvSpPr>
        <p:spPr>
          <a:xfrm xmlns:a="http://schemas.openxmlformats.org/drawingml/2006/main">
            <a:off x="87630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xmlns:a="http://schemas.openxmlformats.org/drawingml/2006/main">
              <a:ext uri="{FF2B5EF4-FFF2-40B4-BE49-F238E27FC236}">
                <a16:creationId xmlns:a16="http://schemas.microsoft.com/office/drawing/2014/main" id="{BF5BB6F7-3575-4024-AC7F-C44206587777}"/>
              </a:ext>
            </a:extLst>
          </p:cNvPr>
          <p:cNvSpPr>
            <a:spLocks xmlns:a="http://schemas.openxmlformats.org/drawingml/2006/main" noGrp="1"/>
          </p:cNvSpPr>
          <p:nvPr/>
        </p:nvSpPr>
        <p:spPr>
          <a:xfrm xmlns:a="http://schemas.openxmlformats.org/drawingml/2006/main">
            <a:off x="1019175" y="4514850"/>
            <a:ext cx="2667000" cy="552450"/>
          </a:xfrm>
          <a:prstGeom xmlns:a="http://schemas.openxmlformats.org/drawingml/2006/main" prst="roundRect">
            <a:avLst>
              <a:gd name="adj" fmla="val 20690"/>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AE6018B9-C8AD-41A8-89CA-38D39F49C678}"/>
              </a:ext>
            </a:extLst>
          </p:cNvPr>
          <p:cNvSpPr>
            <a:spLocks xmlns:a="http://schemas.openxmlformats.org/drawingml/2006/main" noGrp="1"/>
          </p:cNvSpPr>
          <p:nvPr/>
        </p:nvSpPr>
        <p:spPr>
          <a:xfrm xmlns:a="http://schemas.openxmlformats.org/drawingml/2006/main">
            <a:off x="119062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xmlns:a="http://schemas.openxmlformats.org/drawingml/2006/main">
              <a:ext uri="{FF2B5EF4-FFF2-40B4-BE49-F238E27FC236}">
                <a16:creationId xmlns:a16="http://schemas.microsoft.com/office/drawing/2014/main" id="{9E2BCEBA-C7B6-438A-99BD-F49CB0486D2F}"/>
              </a:ext>
            </a:extLst>
          </p:cNvPr>
          <p:cNvSpPr>
            <a:spLocks xmlns:a="http://schemas.openxmlformats.org/drawingml/2006/main" noGrp="1"/>
          </p:cNvSpPr>
          <p:nvPr/>
        </p:nvSpPr>
        <p:spPr>
          <a:xfrm xmlns:a="http://schemas.openxmlformats.org/drawingml/2006/main">
            <a:off x="4429125"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394FB914-142B-4176-B281-5AF8EAC4DD42}"/>
              </a:ext>
            </a:extLst>
          </p:cNvPr>
          <p:cNvSpPr>
            <a:spLocks xmlns:a="http://schemas.openxmlformats.org/drawingml/2006/main" noGrp="1"/>
          </p:cNvSpPr>
          <p:nvPr/>
        </p:nvSpPr>
        <p:spPr>
          <a:xfrm xmlns:a="http://schemas.openxmlformats.org/drawingml/2006/main">
            <a:off x="4619625"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xmlns:a="http://schemas.openxmlformats.org/drawingml/2006/main">
              <a:ext uri="{FF2B5EF4-FFF2-40B4-BE49-F238E27FC236}">
                <a16:creationId xmlns:a16="http://schemas.microsoft.com/office/drawing/2014/main" id="{90C27F24-DDCD-4476-BEE6-9730E13D6F09}"/>
              </a:ext>
            </a:extLst>
          </p:cNvPr>
          <p:cNvSpPr>
            <a:spLocks xmlns:a="http://schemas.openxmlformats.org/drawingml/2006/main" noGrp="1"/>
          </p:cNvSpPr>
          <p:nvPr/>
        </p:nvSpPr>
        <p:spPr>
          <a:xfrm xmlns:a="http://schemas.openxmlformats.org/drawingml/2006/main">
            <a:off x="4619625"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xmlns:a="http://schemas.openxmlformats.org/drawingml/2006/main">
              <a:ext uri="{FF2B5EF4-FFF2-40B4-BE49-F238E27FC236}">
                <a16:creationId xmlns:a16="http://schemas.microsoft.com/office/drawing/2014/main" id="{D2EDF698-9BB1-43E3-85CA-2599EF772F95}"/>
              </a:ext>
            </a:extLst>
          </p:cNvPr>
          <p:cNvSpPr>
            <a:spLocks xmlns:a="http://schemas.openxmlformats.org/drawingml/2006/main" noGrp="1"/>
          </p:cNvSpPr>
          <p:nvPr/>
        </p:nvSpPr>
        <p:spPr>
          <a:xfrm xmlns:a="http://schemas.openxmlformats.org/drawingml/2006/main">
            <a:off x="4619625"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xmlns:a="http://schemas.openxmlformats.org/drawingml/2006/main">
              <a:ext uri="{FF2B5EF4-FFF2-40B4-BE49-F238E27FC236}">
                <a16:creationId xmlns:a16="http://schemas.microsoft.com/office/drawing/2014/main" id="{D1C64AAB-74DE-49AE-9C87-6178540E0BD2}"/>
              </a:ext>
            </a:extLst>
          </p:cNvPr>
          <p:cNvSpPr>
            <a:spLocks xmlns:a="http://schemas.openxmlformats.org/drawingml/2006/main" noGrp="1"/>
          </p:cNvSpPr>
          <p:nvPr/>
        </p:nvSpPr>
        <p:spPr>
          <a:xfrm xmlns:a="http://schemas.openxmlformats.org/drawingml/2006/main">
            <a:off x="5648325"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xmlns:a="http://schemas.openxmlformats.org/drawingml/2006/main">
              <a:ext uri="{FF2B5EF4-FFF2-40B4-BE49-F238E27FC236}">
                <a16:creationId xmlns:a16="http://schemas.microsoft.com/office/drawing/2014/main" id="{2DF9C9FD-68A9-4B40-AB58-34AD20B34583}"/>
              </a:ext>
            </a:extLst>
          </p:cNvPr>
          <p:cNvSpPr>
            <a:spLocks xmlns:a="http://schemas.openxmlformats.org/drawingml/2006/main" noGrp="1"/>
          </p:cNvSpPr>
          <p:nvPr/>
        </p:nvSpPr>
        <p:spPr>
          <a:xfrm xmlns:a="http://schemas.openxmlformats.org/drawingml/2006/main">
            <a:off x="6505575"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xmlns:a="http://schemas.openxmlformats.org/drawingml/2006/main">
              <a:ext uri="{FF2B5EF4-FFF2-40B4-BE49-F238E27FC236}">
                <a16:creationId xmlns:a16="http://schemas.microsoft.com/office/drawing/2014/main" id="{492EA1CA-E94D-4529-9473-680D6960283D}"/>
              </a:ext>
            </a:extLst>
          </p:cNvPr>
          <p:cNvSpPr>
            <a:spLocks xmlns:a="http://schemas.openxmlformats.org/drawingml/2006/main" noGrp="1"/>
          </p:cNvSpPr>
          <p:nvPr/>
        </p:nvSpPr>
        <p:spPr>
          <a:xfrm xmlns:a="http://schemas.openxmlformats.org/drawingml/2006/main">
            <a:off x="4619625"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xmlns:a="http://schemas.openxmlformats.org/drawingml/2006/main">
              <a:ext uri="{FF2B5EF4-FFF2-40B4-BE49-F238E27FC236}">
                <a16:creationId xmlns:a16="http://schemas.microsoft.com/office/drawing/2014/main" id="{96FF0273-DED0-4DE2-8AA8-75586A24899D}"/>
              </a:ext>
            </a:extLst>
          </p:cNvPr>
          <p:cNvSpPr>
            <a:spLocks xmlns:a="http://schemas.openxmlformats.org/drawingml/2006/main" noGrp="1"/>
          </p:cNvSpPr>
          <p:nvPr/>
        </p:nvSpPr>
        <p:spPr>
          <a:xfrm xmlns:a="http://schemas.openxmlformats.org/drawingml/2006/main">
            <a:off x="4762500"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7F13BBE7-F396-45EB-8CD4-E163172E1B3A}"/>
              </a:ext>
            </a:extLst>
          </p:cNvPr>
          <p:cNvSpPr>
            <a:spLocks xmlns:a="http://schemas.openxmlformats.org/drawingml/2006/main" noGrp="1"/>
          </p:cNvSpPr>
          <p:nvPr/>
        </p:nvSpPr>
        <p:spPr>
          <a:xfrm xmlns:a="http://schemas.openxmlformats.org/drawingml/2006/main">
            <a:off x="4933950"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xmlns:a="http://schemas.openxmlformats.org/drawingml/2006/main">
              <a:ext uri="{FF2B5EF4-FFF2-40B4-BE49-F238E27FC236}">
                <a16:creationId xmlns:a16="http://schemas.microsoft.com/office/drawing/2014/main" id="{C70A0BA2-8F3B-41DC-9592-4F623D651E86}"/>
              </a:ext>
            </a:extLst>
          </p:cNvPr>
          <p:cNvSpPr>
            <a:spLocks xmlns:a="http://schemas.openxmlformats.org/drawingml/2006/main" noGrp="1"/>
          </p:cNvSpPr>
          <p:nvPr/>
        </p:nvSpPr>
        <p:spPr>
          <a:xfrm xmlns:a="http://schemas.openxmlformats.org/drawingml/2006/main">
            <a:off x="8172450" y="1676400"/>
            <a:ext cx="3333750" cy="369570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A98C1D30-9BE6-4F8C-9D4A-F416452798D5}"/>
              </a:ext>
            </a:extLst>
          </p:cNvPr>
          <p:cNvSpPr>
            <a:spLocks xmlns:a="http://schemas.openxmlformats.org/drawingml/2006/main" noGrp="1"/>
          </p:cNvSpPr>
          <p:nvPr/>
        </p:nvSpPr>
        <p:spPr>
          <a:xfrm xmlns:a="http://schemas.openxmlformats.org/drawingml/2006/main">
            <a:off x="8362950" y="19050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xmlns:a="http://schemas.openxmlformats.org/drawingml/2006/main">
              <a:ext uri="{FF2B5EF4-FFF2-40B4-BE49-F238E27FC236}">
                <a16:creationId xmlns:a16="http://schemas.microsoft.com/office/drawing/2014/main" id="{FA9C149E-EE01-4E65-8446-3CDAC9015D72}"/>
              </a:ext>
            </a:extLst>
          </p:cNvPr>
          <p:cNvSpPr>
            <a:spLocks xmlns:a="http://schemas.openxmlformats.org/drawingml/2006/main" noGrp="1"/>
          </p:cNvSpPr>
          <p:nvPr/>
        </p:nvSpPr>
        <p:spPr>
          <a:xfrm xmlns:a="http://schemas.openxmlformats.org/drawingml/2006/main">
            <a:off x="836295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xmlns:a="http://schemas.openxmlformats.org/drawingml/2006/main">
              <a:ext uri="{FF2B5EF4-FFF2-40B4-BE49-F238E27FC236}">
                <a16:creationId xmlns:a16="http://schemas.microsoft.com/office/drawing/2014/main" id="{980272C0-9E9C-4040-9C6C-D012524091C6}"/>
              </a:ext>
            </a:extLst>
          </p:cNvPr>
          <p:cNvSpPr>
            <a:spLocks xmlns:a="http://schemas.openxmlformats.org/drawingml/2006/main" noGrp="1"/>
          </p:cNvSpPr>
          <p:nvPr/>
        </p:nvSpPr>
        <p:spPr>
          <a:xfrm xmlns:a="http://schemas.openxmlformats.org/drawingml/2006/main">
            <a:off x="8362950" y="27241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xmlns:a="http://schemas.openxmlformats.org/drawingml/2006/main">
              <a:ext uri="{FF2B5EF4-FFF2-40B4-BE49-F238E27FC236}">
                <a16:creationId xmlns:a16="http://schemas.microsoft.com/office/drawing/2014/main" id="{B0237A4F-5EE2-4F91-A719-5C9D999C0C17}"/>
              </a:ext>
            </a:extLst>
          </p:cNvPr>
          <p:cNvSpPr>
            <a:spLocks xmlns:a="http://schemas.openxmlformats.org/drawingml/2006/main" noGrp="1"/>
          </p:cNvSpPr>
          <p:nvPr/>
        </p:nvSpPr>
        <p:spPr>
          <a:xfrm xmlns:a="http://schemas.openxmlformats.org/drawingml/2006/main">
            <a:off x="9391650" y="3257550"/>
            <a:ext cx="895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xmlns:a="http://schemas.openxmlformats.org/drawingml/2006/main">
              <a:ext uri="{FF2B5EF4-FFF2-40B4-BE49-F238E27FC236}">
                <a16:creationId xmlns:a16="http://schemas.microsoft.com/office/drawing/2014/main" id="{E068C5AC-6F4C-4F36-A557-12E2AE1E13C0}"/>
              </a:ext>
            </a:extLst>
          </p:cNvPr>
          <p:cNvSpPr>
            <a:spLocks xmlns:a="http://schemas.openxmlformats.org/drawingml/2006/main" noGrp="1"/>
          </p:cNvSpPr>
          <p:nvPr/>
        </p:nvSpPr>
        <p:spPr>
          <a:xfrm xmlns:a="http://schemas.openxmlformats.org/drawingml/2006/main">
            <a:off x="10248900" y="333375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xmlns:a="http://schemas.openxmlformats.org/drawingml/2006/main">
              <a:ext uri="{FF2B5EF4-FFF2-40B4-BE49-F238E27FC236}">
                <a16:creationId xmlns:a16="http://schemas.microsoft.com/office/drawing/2014/main" id="{B7F6DC36-2570-45E5-AFD1-8D49B963DBCB}"/>
              </a:ext>
            </a:extLst>
          </p:cNvPr>
          <p:cNvSpPr>
            <a:spLocks xmlns:a="http://schemas.openxmlformats.org/drawingml/2006/main" noGrp="1"/>
          </p:cNvSpPr>
          <p:nvPr/>
        </p:nvSpPr>
        <p:spPr>
          <a:xfrm xmlns:a="http://schemas.openxmlformats.org/drawingml/2006/main">
            <a:off x="8362950" y="3752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xmlns:a="http://schemas.openxmlformats.org/drawingml/2006/main">
              <a:ext uri="{FF2B5EF4-FFF2-40B4-BE49-F238E27FC236}">
                <a16:creationId xmlns:a16="http://schemas.microsoft.com/office/drawing/2014/main" id="{E0EF1A65-1CB2-42B0-B44F-2F0165D59CB8}"/>
              </a:ext>
            </a:extLst>
          </p:cNvPr>
          <p:cNvSpPr>
            <a:spLocks xmlns:a="http://schemas.openxmlformats.org/drawingml/2006/main" noGrp="1"/>
          </p:cNvSpPr>
          <p:nvPr/>
        </p:nvSpPr>
        <p:spPr>
          <a:xfrm xmlns:a="http://schemas.openxmlformats.org/drawingml/2006/main">
            <a:off x="8505825" y="4514850"/>
            <a:ext cx="2667000" cy="552450"/>
          </a:xfrm>
          <a:prstGeom xmlns:a="http://schemas.openxmlformats.org/drawingml/2006/main" prst="roundRect">
            <a:avLst>
              <a:gd name="adj" fmla="val 2069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3" name="Rettangolo 32">
            <a:extLst xmlns:a="http://schemas.openxmlformats.org/drawingml/2006/main">
              <a:ext uri="{FF2B5EF4-FFF2-40B4-BE49-F238E27FC236}">
                <a16:creationId xmlns:a16="http://schemas.microsoft.com/office/drawing/2014/main" id="{C72A86F9-3076-4133-A78E-82EB41F3A1D6}"/>
              </a:ext>
            </a:extLst>
          </p:cNvPr>
          <p:cNvSpPr>
            <a:spLocks xmlns:a="http://schemas.openxmlformats.org/drawingml/2006/main" noGrp="1"/>
          </p:cNvSpPr>
          <p:nvPr/>
        </p:nvSpPr>
        <p:spPr>
          <a:xfrm xmlns:a="http://schemas.openxmlformats.org/drawingml/2006/main">
            <a:off x="8677275" y="46672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xmlns:a="http://schemas.openxmlformats.org/drawingml/2006/main">
              <a:ext uri="{FF2B5EF4-FFF2-40B4-BE49-F238E27FC236}">
                <a16:creationId xmlns:a16="http://schemas.microsoft.com/office/drawing/2014/main" id="{83A62D01-9A99-4444-A378-62E9EAECF82E}"/>
              </a:ext>
            </a:extLst>
          </p:cNvPr>
          <p:cNvSpPr>
            <a:spLocks xmlns:a="http://schemas.openxmlformats.org/drawingml/2006/main" noGrp="1"/>
          </p:cNvSpPr>
          <p:nvPr/>
        </p:nvSpPr>
        <p:spPr>
          <a:xfrm xmlns:a="http://schemas.openxmlformats.org/drawingml/2006/main">
            <a:off x="1428750" y="57531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Rettangolo 9">
            <a:extLst xmlns:a="http://schemas.openxmlformats.org/drawingml/2006/main">
              <a:ext uri="{FF2B5EF4-FFF2-40B4-BE49-F238E27FC236}">
                <a16:creationId xmlns:a16="http://schemas.microsoft.com/office/drawing/2014/main" id="{CBFBE0B0-4196-49D2-816F-6775E02BA4B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31AF1709-E0A2-40EF-88E7-6DDA26F6CFFD}"/>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xmlns:a="http://schemas.openxmlformats.org/drawingml/2006/main">
              <a:ext uri="{FF2B5EF4-FFF2-40B4-BE49-F238E27FC236}">
                <a16:creationId xmlns:a16="http://schemas.microsoft.com/office/drawing/2014/main" id="{3291F0CF-6083-4E3B-9AC2-0305E98F368E}"/>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565A18C7-FE67-4009-89BB-E8C6FE7C319D}"/>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BC8DA42D-E2E5-4441-9FF6-841AA3906BA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08</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4de97368e3644094"/>
          <a:srcRect xmlns:a="http://schemas.openxmlformats.org/drawingml/2006/main" l="0" t="0" r="0" b="0"/>
          <a:stretch xmlns:a="http://schemas.openxmlformats.org/drawingml/2006/main">
            <a:fillRect l="0" t="0" r="0" b="0"/>
          </a:stretch>
        </p:blipFill>
        <p:spPr>
          <a:xfrm xmlns:a="http://schemas.openxmlformats.org/drawingml/2006/main">
            <a:off x="944113" y="1257300"/>
            <a:ext cx="10303774" cy="4095750"/>
          </a:xfrm>
          <a:prstGeom xmlns:a="http://schemas.openxmlformats.org/drawingml/2006/main" prst="rect">
            <a:avLst/>
          </a:prstGeom>
        </p:spPr>
      </p:pic>
      <p:sp>
        <p:nvSpPr>
          <p:cNvPr id="7" name="Rettangolo con angoli arrotondati 6">
            <a:extLst xmlns:a="http://schemas.openxmlformats.org/drawingml/2006/main">
              <a:ext uri="{FF2B5EF4-FFF2-40B4-BE49-F238E27FC236}">
                <a16:creationId xmlns:a16="http://schemas.microsoft.com/office/drawing/2014/main" id="{AF37DDE1-913C-46CF-A2F3-12C536DDA446}"/>
              </a:ext>
            </a:extLst>
          </p:cNvPr>
          <p:cNvSpPr>
            <a:spLocks xmlns:a="http://schemas.openxmlformats.org/drawingml/2006/main" noGrp="1"/>
          </p:cNvSpPr>
          <p:nvPr/>
        </p:nvSpPr>
        <p:spPr>
          <a:xfrm xmlns:a="http://schemas.openxmlformats.org/drawingml/2006/main">
            <a:off x="1123950" y="5467350"/>
            <a:ext cx="9944100" cy="590550"/>
          </a:xfrm>
          <a:prstGeom xmlns:a="http://schemas.openxmlformats.org/drawingml/2006/main" prst="roundRect">
            <a:avLst>
              <a:gd name="adj" fmla="val 22581"/>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30C38F54-5C1E-4ADD-809B-B0B819F1C798}"/>
              </a:ext>
            </a:extLst>
          </p:cNvPr>
          <p:cNvSpPr>
            <a:spLocks xmlns:a="http://schemas.openxmlformats.org/drawingml/2006/main" noGrp="1"/>
          </p:cNvSpPr>
          <p:nvPr/>
        </p:nvSpPr>
        <p:spPr>
          <a:xfrm xmlns:a="http://schemas.openxmlformats.org/drawingml/2006/main">
            <a:off x="1409700" y="5619750"/>
            <a:ext cx="937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xmlns:a="http://schemas.openxmlformats.org/drawingml/2006/main">
              <a:ext uri="{FF2B5EF4-FFF2-40B4-BE49-F238E27FC236}">
                <a16:creationId xmlns:a16="http://schemas.microsoft.com/office/drawing/2014/main" id="{25396EEC-0BD8-400F-A539-2C244EEA8DC5}"/>
              </a:ext>
            </a:extLst>
          </p:cNvPr>
          <p:cNvSpPr>
            <a:spLocks xmlns:a="http://schemas.openxmlformats.org/drawingml/2006/main" noGrp="1"/>
          </p:cNvSpPr>
          <p:nvPr/>
        </p:nvSpPr>
        <p:spPr>
          <a:xfrm xmlns:a="http://schemas.openxmlformats.org/drawingml/2006/main">
            <a:off x="1524000" y="61150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150619610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99C5F556-E43B-4D5C-87AA-60CC7C8B790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2E59AA1-F424-40FD-9085-E34E23AA9D98}"/>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xmlns:a="http://schemas.openxmlformats.org/drawingml/2006/main">
              <a:ext uri="{FF2B5EF4-FFF2-40B4-BE49-F238E27FC236}">
                <a16:creationId xmlns:a16="http://schemas.microsoft.com/office/drawing/2014/main" id="{36849F68-D7D6-4111-82DC-6F4B34B72431}"/>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336AF14B-E51D-40CF-BE63-CFC5A20414B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1BEF75CF-FB0D-4A83-BC3D-ED743ECD5377}"/>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09</a:t>
            </a:r>
          </a:p>
        </p:txBody>
      </p:sp>
      <p:sp>
        <p:nvSpPr>
          <p:cNvPr id="6" name="Rettangolo 5">
            <a:extLst xmlns:a="http://schemas.openxmlformats.org/drawingml/2006/main">
              <a:ext uri="{FF2B5EF4-FFF2-40B4-BE49-F238E27FC236}">
                <a16:creationId xmlns:a16="http://schemas.microsoft.com/office/drawing/2014/main" id="{F4EDF8AC-4E92-461B-895C-53D1DB7355BF}"/>
              </a:ext>
            </a:extLst>
          </p:cNvPr>
          <p:cNvSpPr>
            <a:spLocks xmlns:a="http://schemas.openxmlformats.org/drawingml/2006/main" noGrp="1"/>
          </p:cNvSpPr>
          <p:nvPr/>
        </p:nvSpPr>
        <p:spPr>
          <a:xfrm xmlns:a="http://schemas.openxmlformats.org/drawingml/2006/main">
            <a:off x="685800" y="1257300"/>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mlns:a="http://schemas.openxmlformats.org/drawingml/2006/main" x="533400" y="1504950"/>
          <a:ext xmlns:a="http://schemas.openxmlformats.org/drawingml/2006/main" cx="7810500" cy="4400550"/>
        </p:xfrm>
        <a:graphic xmlns:a="http://schemas.openxmlformats.org/drawingml/2006/main">
          <a:graphicData uri="http://schemas.openxmlformats.org/drawingml/2006/chart">
            <c:chart xmlns:r="http://schemas.openxmlformats.org/officeDocument/2006/relationships" xmlns:c="http://schemas.openxmlformats.org/drawingml/2006/chart" r:id="Reeba0bde2f5943bd"/>
          </a:graphicData>
        </a:graphic>
      </p:graphicFrame>
      <p:sp>
        <p:nvSpPr>
          <p:cNvPr id="8" name="Rettangolo con angoli arrotondati 7">
            <a:extLst xmlns:a="http://schemas.openxmlformats.org/drawingml/2006/main">
              <a:ext uri="{FF2B5EF4-FFF2-40B4-BE49-F238E27FC236}">
                <a16:creationId xmlns:a16="http://schemas.microsoft.com/office/drawing/2014/main" id="{B32211CA-359B-48C3-B5B4-E09B47E32F88}"/>
              </a:ext>
            </a:extLst>
          </p:cNvPr>
          <p:cNvSpPr>
            <a:spLocks xmlns:a="http://schemas.openxmlformats.org/drawingml/2006/main" noGrp="1"/>
          </p:cNvSpPr>
          <p:nvPr/>
        </p:nvSpPr>
        <p:spPr>
          <a:xfrm xmlns:a="http://schemas.openxmlformats.org/drawingml/2006/main">
            <a:off x="8648700" y="1524000"/>
            <a:ext cx="2857500" cy="3829050"/>
          </a:xfrm>
          <a:prstGeom xmlns:a="http://schemas.openxmlformats.org/drawingml/2006/main" prst="roundRect">
            <a:avLst>
              <a:gd name="adj" fmla="val 6000"/>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AA5CA415-7615-47D2-9D36-55A55C537A04}"/>
              </a:ext>
            </a:extLst>
          </p:cNvPr>
          <p:cNvSpPr>
            <a:spLocks xmlns:a="http://schemas.openxmlformats.org/drawingml/2006/main" noGrp="1"/>
          </p:cNvSpPr>
          <p:nvPr/>
        </p:nvSpPr>
        <p:spPr>
          <a:xfrm xmlns:a="http://schemas.openxmlformats.org/drawingml/2006/main">
            <a:off x="8877300" y="18097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xmlns:a="http://schemas.openxmlformats.org/drawingml/2006/main">
              <a:ext uri="{FF2B5EF4-FFF2-40B4-BE49-F238E27FC236}">
                <a16:creationId xmlns:a16="http://schemas.microsoft.com/office/drawing/2014/main" id="{650148F9-8ED3-4F66-9B1A-1A6CE4A7D735}"/>
              </a:ext>
            </a:extLst>
          </p:cNvPr>
          <p:cNvSpPr>
            <a:spLocks xmlns:a="http://schemas.openxmlformats.org/drawingml/2006/main" noGrp="1"/>
          </p:cNvSpPr>
          <p:nvPr/>
        </p:nvSpPr>
        <p:spPr>
          <a:xfrm xmlns:a="http://schemas.openxmlformats.org/drawingml/2006/main">
            <a:off x="8877300" y="23622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xmlns:a="http://schemas.openxmlformats.org/drawingml/2006/main">
              <a:ext uri="{FF2B5EF4-FFF2-40B4-BE49-F238E27FC236}">
                <a16:creationId xmlns:a16="http://schemas.microsoft.com/office/drawing/2014/main" id="{8A701E2C-D64D-4975-A8E0-8B4746B56A04}"/>
              </a:ext>
            </a:extLst>
          </p:cNvPr>
          <p:cNvSpPr>
            <a:spLocks xmlns:a="http://schemas.openxmlformats.org/drawingml/2006/main" noGrp="1"/>
          </p:cNvSpPr>
          <p:nvPr/>
        </p:nvSpPr>
        <p:spPr>
          <a:xfrm xmlns:a="http://schemas.openxmlformats.org/drawingml/2006/main">
            <a:off x="8877300" y="27813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xmlns:a="http://schemas.openxmlformats.org/drawingml/2006/main">
              <a:ext uri="{FF2B5EF4-FFF2-40B4-BE49-F238E27FC236}">
                <a16:creationId xmlns:a16="http://schemas.microsoft.com/office/drawing/2014/main" id="{005DAFCB-DAF8-45AC-A897-4BF08C50F272}"/>
              </a:ext>
            </a:extLst>
          </p:cNvPr>
          <p:cNvSpPr>
            <a:spLocks xmlns:a="http://schemas.openxmlformats.org/drawingml/2006/main" noGrp="1"/>
          </p:cNvSpPr>
          <p:nvPr/>
        </p:nvSpPr>
        <p:spPr>
          <a:xfrm xmlns:a="http://schemas.openxmlformats.org/drawingml/2006/main">
            <a:off x="9163050" y="321945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16BAF519-5148-4A1A-B484-7B42D432C6F0}"/>
              </a:ext>
            </a:extLst>
          </p:cNvPr>
          <p:cNvSpPr>
            <a:spLocks xmlns:a="http://schemas.openxmlformats.org/drawingml/2006/main" noGrp="1"/>
          </p:cNvSpPr>
          <p:nvPr/>
        </p:nvSpPr>
        <p:spPr>
          <a:xfrm xmlns:a="http://schemas.openxmlformats.org/drawingml/2006/main">
            <a:off x="8877300" y="344805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xmlns:a="http://schemas.openxmlformats.org/drawingml/2006/main">
              <a:ext uri="{FF2B5EF4-FFF2-40B4-BE49-F238E27FC236}">
                <a16:creationId xmlns:a16="http://schemas.microsoft.com/office/drawing/2014/main" id="{F911A9A3-7270-4526-9632-3EC112625EF3}"/>
              </a:ext>
            </a:extLst>
          </p:cNvPr>
          <p:cNvSpPr>
            <a:spLocks xmlns:a="http://schemas.openxmlformats.org/drawingml/2006/main" noGrp="1"/>
          </p:cNvSpPr>
          <p:nvPr/>
        </p:nvSpPr>
        <p:spPr>
          <a:xfrm xmlns:a="http://schemas.openxmlformats.org/drawingml/2006/main">
            <a:off x="8877300" y="386715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xmlns:a="http://schemas.openxmlformats.org/drawingml/2006/main">
              <a:ext uri="{FF2B5EF4-FFF2-40B4-BE49-F238E27FC236}">
                <a16:creationId xmlns:a16="http://schemas.microsoft.com/office/drawing/2014/main" id="{39F04AF7-B86E-4DE5-B20C-93E90631CB11}"/>
              </a:ext>
            </a:extLst>
          </p:cNvPr>
          <p:cNvSpPr>
            <a:spLocks xmlns:a="http://schemas.openxmlformats.org/drawingml/2006/main" noGrp="1"/>
          </p:cNvSpPr>
          <p:nvPr/>
        </p:nvSpPr>
        <p:spPr>
          <a:xfrm xmlns:a="http://schemas.openxmlformats.org/drawingml/2006/main">
            <a:off x="9163050" y="4305300"/>
            <a:ext cx="1828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EAAD1828-F238-4BA2-BD2C-60615842DC5B}"/>
              </a:ext>
            </a:extLst>
          </p:cNvPr>
          <p:cNvSpPr>
            <a:spLocks xmlns:a="http://schemas.openxmlformats.org/drawingml/2006/main" noGrp="1"/>
          </p:cNvSpPr>
          <p:nvPr/>
        </p:nvSpPr>
        <p:spPr>
          <a:xfrm xmlns:a="http://schemas.openxmlformats.org/drawingml/2006/main">
            <a:off x="8877300" y="4533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xmlns:a="http://schemas.openxmlformats.org/drawingml/2006/main">
              <a:ext uri="{FF2B5EF4-FFF2-40B4-BE49-F238E27FC236}">
                <a16:creationId xmlns:a16="http://schemas.microsoft.com/office/drawing/2014/main" id="{ABC4CE77-AF49-48BF-981A-8A6598910C9D}"/>
              </a:ext>
            </a:extLst>
          </p:cNvPr>
          <p:cNvSpPr>
            <a:spLocks xmlns:a="http://schemas.openxmlformats.org/drawingml/2006/main" noGrp="1"/>
          </p:cNvSpPr>
          <p:nvPr/>
        </p:nvSpPr>
        <p:spPr>
          <a:xfrm xmlns:a="http://schemas.openxmlformats.org/drawingml/2006/main">
            <a:off x="8877300" y="4953000"/>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xmlns:a="http://schemas.openxmlformats.org/drawingml/2006/main">
              <a:ext uri="{FF2B5EF4-FFF2-40B4-BE49-F238E27FC236}">
                <a16:creationId xmlns:a16="http://schemas.microsoft.com/office/drawing/2014/main" id="{AA7ACF6B-58A7-4567-977D-A10198E44E94}"/>
              </a:ext>
            </a:extLst>
          </p:cNvPr>
          <p:cNvSpPr>
            <a:spLocks xmlns:a="http://schemas.openxmlformats.org/drawingml/2006/main" noGrp="1"/>
          </p:cNvSpPr>
          <p:nvPr/>
        </p:nvSpPr>
        <p:spPr>
          <a:xfrm xmlns:a="http://schemas.openxmlformats.org/drawingml/2006/main">
            <a:off x="1333500" y="6076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Rettangolo 14">
            <a:extLst xmlns:a="http://schemas.openxmlformats.org/drawingml/2006/main">
              <a:ext uri="{FF2B5EF4-FFF2-40B4-BE49-F238E27FC236}">
                <a16:creationId xmlns:a16="http://schemas.microsoft.com/office/drawing/2014/main" id="{DED6D724-FE30-49AE-997C-C1887C78417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5EA681E0-927A-45B2-8337-239E5FF9E121}"/>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xmlns:a="http://schemas.openxmlformats.org/drawingml/2006/main">
              <a:ext uri="{FF2B5EF4-FFF2-40B4-BE49-F238E27FC236}">
                <a16:creationId xmlns:a16="http://schemas.microsoft.com/office/drawing/2014/main" id="{02E27C31-8D1E-4BD3-8929-482DDDC7B9E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B23CCABE-2638-4044-8CC3-F8BDA96C8E5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32AC8A4D-2588-4B15-8350-592248936756}"/>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10</a:t>
            </a:r>
          </a:p>
        </p:txBody>
      </p:sp>
      <p:sp>
        <p:nvSpPr>
          <p:cNvPr id="6" name="Rettangolo 5">
            <a:extLst xmlns:a="http://schemas.openxmlformats.org/drawingml/2006/main">
              <a:ext uri="{FF2B5EF4-FFF2-40B4-BE49-F238E27FC236}">
                <a16:creationId xmlns:a16="http://schemas.microsoft.com/office/drawing/2014/main" id="{C8C57C77-6DBD-44DA-9192-A78EE4E2B07D}"/>
              </a:ext>
            </a:extLst>
          </p:cNvPr>
          <p:cNvSpPr>
            <a:spLocks xmlns:a="http://schemas.openxmlformats.org/drawingml/2006/main" noGrp="1"/>
          </p:cNvSpPr>
          <p:nvPr/>
        </p:nvSpPr>
        <p:spPr>
          <a:xfrm xmlns:a="http://schemas.openxmlformats.org/drawingml/2006/main">
            <a:off x="685800" y="125730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mlns:a="http://schemas.openxmlformats.org/drawingml/2006/main" x="533400" y="1466850"/>
          <a:ext xmlns:a="http://schemas.openxmlformats.org/drawingml/2006/main" cx="8001000" cy="4648200"/>
        </p:xfrm>
        <a:graphic xmlns:a="http://schemas.openxmlformats.org/drawingml/2006/main">
          <a:graphicData uri="http://schemas.openxmlformats.org/drawingml/2006/chart">
            <c:chart xmlns:r="http://schemas.openxmlformats.org/officeDocument/2006/relationships" xmlns:c="http://schemas.openxmlformats.org/drawingml/2006/chart" r:id="R56c5d3dddf8c4fbd"/>
          </a:graphicData>
        </a:graphic>
      </p:graphicFrame>
      <p:sp>
        <p:nvSpPr>
          <p:cNvPr id="8" name="Rettangolo con angoli arrotondati 7">
            <a:extLst xmlns:a="http://schemas.openxmlformats.org/drawingml/2006/main">
              <a:ext uri="{FF2B5EF4-FFF2-40B4-BE49-F238E27FC236}">
                <a16:creationId xmlns:a16="http://schemas.microsoft.com/office/drawing/2014/main" id="{162DD1E9-B02D-4444-9572-E8249CCCA93D}"/>
              </a:ext>
            </a:extLst>
          </p:cNvPr>
          <p:cNvSpPr>
            <a:spLocks xmlns:a="http://schemas.openxmlformats.org/drawingml/2006/main" noGrp="1"/>
          </p:cNvSpPr>
          <p:nvPr/>
        </p:nvSpPr>
        <p:spPr>
          <a:xfrm xmlns:a="http://schemas.openxmlformats.org/drawingml/2006/main">
            <a:off x="8858250" y="1619250"/>
            <a:ext cx="2647950" cy="1428750"/>
          </a:xfrm>
          <a:prstGeom xmlns:a="http://schemas.openxmlformats.org/drawingml/2006/main" prst="roundRect">
            <a:avLst>
              <a:gd name="adj" fmla="val 12000"/>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C66F82BF-F8CF-4914-8747-DF7B49329C5C}"/>
              </a:ext>
            </a:extLst>
          </p:cNvPr>
          <p:cNvSpPr>
            <a:spLocks xmlns:a="http://schemas.openxmlformats.org/drawingml/2006/main" noGrp="1"/>
          </p:cNvSpPr>
          <p:nvPr/>
        </p:nvSpPr>
        <p:spPr>
          <a:xfrm xmlns:a="http://schemas.openxmlformats.org/drawingml/2006/main">
            <a:off x="9048750" y="19431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xmlns:a="http://schemas.openxmlformats.org/drawingml/2006/main">
              <a:ext uri="{FF2B5EF4-FFF2-40B4-BE49-F238E27FC236}">
                <a16:creationId xmlns:a16="http://schemas.microsoft.com/office/drawing/2014/main" id="{FB8121E6-B232-4F7B-975D-38945AFE3309}"/>
              </a:ext>
            </a:extLst>
          </p:cNvPr>
          <p:cNvSpPr>
            <a:spLocks xmlns:a="http://schemas.openxmlformats.org/drawingml/2006/main" noGrp="1"/>
          </p:cNvSpPr>
          <p:nvPr/>
        </p:nvSpPr>
        <p:spPr>
          <a:xfrm xmlns:a="http://schemas.openxmlformats.org/drawingml/2006/main">
            <a:off x="9048750" y="25908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xmlns:a="http://schemas.openxmlformats.org/drawingml/2006/main">
              <a:ext uri="{FF2B5EF4-FFF2-40B4-BE49-F238E27FC236}">
                <a16:creationId xmlns:a16="http://schemas.microsoft.com/office/drawing/2014/main" id="{C227376D-1F4B-4368-B470-3C3C554720A1}"/>
              </a:ext>
            </a:extLst>
          </p:cNvPr>
          <p:cNvSpPr>
            <a:spLocks xmlns:a="http://schemas.openxmlformats.org/drawingml/2006/main" noGrp="1"/>
          </p:cNvSpPr>
          <p:nvPr/>
        </p:nvSpPr>
        <p:spPr>
          <a:xfrm xmlns:a="http://schemas.openxmlformats.org/drawingml/2006/main">
            <a:off x="8858250" y="3314700"/>
            <a:ext cx="2647950" cy="1428750"/>
          </a:xfrm>
          <a:prstGeom xmlns:a="http://schemas.openxmlformats.org/drawingml/2006/main" prst="roundRect">
            <a:avLst>
              <a:gd name="adj" fmla="val 12000"/>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F2B5D134-0109-4C0B-83F0-6B3FC048A3AC}"/>
              </a:ext>
            </a:extLst>
          </p:cNvPr>
          <p:cNvSpPr>
            <a:spLocks xmlns:a="http://schemas.openxmlformats.org/drawingml/2006/main" noGrp="1"/>
          </p:cNvSpPr>
          <p:nvPr/>
        </p:nvSpPr>
        <p:spPr>
          <a:xfrm xmlns:a="http://schemas.openxmlformats.org/drawingml/2006/main">
            <a:off x="9048750" y="363855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xmlns:a="http://schemas.openxmlformats.org/drawingml/2006/main">
              <a:ext uri="{FF2B5EF4-FFF2-40B4-BE49-F238E27FC236}">
                <a16:creationId xmlns:a16="http://schemas.microsoft.com/office/drawing/2014/main" id="{6C367E04-4539-48B7-95FD-25BE3AFE42D3}"/>
              </a:ext>
            </a:extLst>
          </p:cNvPr>
          <p:cNvSpPr>
            <a:spLocks xmlns:a="http://schemas.openxmlformats.org/drawingml/2006/main" noGrp="1"/>
          </p:cNvSpPr>
          <p:nvPr/>
        </p:nvSpPr>
        <p:spPr>
          <a:xfrm xmlns:a="http://schemas.openxmlformats.org/drawingml/2006/main">
            <a:off x="9048750" y="4286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xmlns:a="http://schemas.openxmlformats.org/drawingml/2006/main">
              <a:ext uri="{FF2B5EF4-FFF2-40B4-BE49-F238E27FC236}">
                <a16:creationId xmlns:a16="http://schemas.microsoft.com/office/drawing/2014/main" id="{ED55BAD6-5F50-4762-AA30-51DEBFC8C1C5}"/>
              </a:ext>
            </a:extLst>
          </p:cNvPr>
          <p:cNvSpPr>
            <a:spLocks xmlns:a="http://schemas.openxmlformats.org/drawingml/2006/main" noGrp="1"/>
          </p:cNvSpPr>
          <p:nvPr/>
        </p:nvSpPr>
        <p:spPr>
          <a:xfrm xmlns:a="http://schemas.openxmlformats.org/drawingml/2006/main">
            <a:off x="8820150" y="5143500"/>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Rettangolo 25">
            <a:extLst xmlns:a="http://schemas.openxmlformats.org/drawingml/2006/main">
              <a:ext uri="{FF2B5EF4-FFF2-40B4-BE49-F238E27FC236}">
                <a16:creationId xmlns:a16="http://schemas.microsoft.com/office/drawing/2014/main" id="{5645DA4D-5BF9-4953-8433-9A7E419FF06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E4F3758C-2532-486E-A04E-E3D13E2CDF8A}"/>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xmlns:a="http://schemas.openxmlformats.org/drawingml/2006/main">
              <a:ext uri="{FF2B5EF4-FFF2-40B4-BE49-F238E27FC236}">
                <a16:creationId xmlns:a16="http://schemas.microsoft.com/office/drawing/2014/main" id="{CA526874-FE39-4860-AE76-8FB19350DF74}"/>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A090AA1-0FBA-403D-B515-3D72E084FF70}"/>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E694E014-2838-430B-BED6-5AAAE1012DA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11</a:t>
            </a:r>
          </a:p>
        </p:txBody>
      </p:sp>
      <p:pic>
        <p:nvPicPr>
          <p:cNvPr id="35" name="Picture 26"/>
          <p:cNvPicPr>
            <a:picLocks xmlns:a="http://schemas.openxmlformats.org/drawingml/2006/main" noChangeAspect="1"/>
          </p:cNvPicPr>
          <p:nvPr/>
        </p:nvPicPr>
        <p:blipFill>
          <a:blip xmlns:r="http://schemas.openxmlformats.org/officeDocument/2006/relationships" xmlns:a="http://schemas.openxmlformats.org/drawingml/2006/main" r:embed="R8331f9cec93146df"/>
          <a:srcRect xmlns:a="http://schemas.openxmlformats.org/drawingml/2006/main" l="0" t="0" r="0" b="0"/>
          <a:stretch xmlns:a="http://schemas.openxmlformats.org/drawingml/2006/main">
            <a:fillRect l="0" t="0" r="0" b="0"/>
          </a:stretch>
        </p:blipFill>
        <p:spPr>
          <a:xfrm xmlns:a="http://schemas.openxmlformats.org/drawingml/2006/main">
            <a:off x="685800" y="1638300"/>
            <a:ext cx="2000250" cy="20002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F435B978-2CD2-4500-A3CA-AAC78EA22718}"/>
              </a:ext>
            </a:extLst>
          </p:cNvPr>
          <p:cNvSpPr>
            <a:spLocks xmlns:a="http://schemas.openxmlformats.org/drawingml/2006/main" noGrp="1"/>
          </p:cNvSpPr>
          <p:nvPr/>
        </p:nvSpPr>
        <p:spPr>
          <a:xfrm xmlns:a="http://schemas.openxmlformats.org/drawingml/2006/main">
            <a:off x="6858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xmlns:a="http://schemas.openxmlformats.org/drawingml/2006/main">
              <a:ext uri="{FF2B5EF4-FFF2-40B4-BE49-F238E27FC236}">
                <a16:creationId xmlns:a16="http://schemas.microsoft.com/office/drawing/2014/main" id="{B1989978-C8F3-45F2-99A5-CA65821A908A}"/>
              </a:ext>
            </a:extLst>
          </p:cNvPr>
          <p:cNvSpPr>
            <a:spLocks xmlns:a="http://schemas.openxmlformats.org/drawingml/2006/main" noGrp="1"/>
          </p:cNvSpPr>
          <p:nvPr/>
        </p:nvSpPr>
        <p:spPr>
          <a:xfrm xmlns:a="http://schemas.openxmlformats.org/drawingml/2006/main">
            <a:off x="6858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xmlns:a="http://schemas.openxmlformats.org/drawingml/2006/main" noChangeAspect="1"/>
          </p:cNvPicPr>
          <p:nvPr/>
        </p:nvPicPr>
        <p:blipFill>
          <a:blip xmlns:r="http://schemas.openxmlformats.org/officeDocument/2006/relationships" xmlns:a="http://schemas.openxmlformats.org/drawingml/2006/main" r:embed="Rc51cdc3338ff42d8"/>
          <a:srcRect xmlns:a="http://schemas.openxmlformats.org/drawingml/2006/main" l="0" t="0" r="0" b="0"/>
          <a:stretch xmlns:a="http://schemas.openxmlformats.org/drawingml/2006/main">
            <a:fillRect l="0" t="0" r="0" b="0"/>
          </a:stretch>
        </p:blipFill>
        <p:spPr>
          <a:xfrm xmlns:a="http://schemas.openxmlformats.org/drawingml/2006/main">
            <a:off x="2990850" y="1638300"/>
            <a:ext cx="2000250" cy="2000250"/>
          </a:xfrm>
          <a:prstGeom xmlns:a="http://schemas.openxmlformats.org/drawingml/2006/main" prst="rect">
            <a:avLst/>
          </a:prstGeom>
        </p:spPr>
      </p:pic>
      <p:sp>
        <p:nvSpPr>
          <p:cNvPr id="10" name="Rettangolo 9">
            <a:extLst xmlns:a="http://schemas.openxmlformats.org/drawingml/2006/main">
              <a:ext uri="{FF2B5EF4-FFF2-40B4-BE49-F238E27FC236}">
                <a16:creationId xmlns:a16="http://schemas.microsoft.com/office/drawing/2014/main" id="{E91D850F-EA38-4FEE-BE99-2BC2EB72ECB5}"/>
              </a:ext>
            </a:extLst>
          </p:cNvPr>
          <p:cNvSpPr>
            <a:spLocks xmlns:a="http://schemas.openxmlformats.org/drawingml/2006/main" noGrp="1"/>
          </p:cNvSpPr>
          <p:nvPr/>
        </p:nvSpPr>
        <p:spPr>
          <a:xfrm xmlns:a="http://schemas.openxmlformats.org/drawingml/2006/main">
            <a:off x="299085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xmlns:a="http://schemas.openxmlformats.org/drawingml/2006/main">
              <a:ext uri="{FF2B5EF4-FFF2-40B4-BE49-F238E27FC236}">
                <a16:creationId xmlns:a16="http://schemas.microsoft.com/office/drawing/2014/main" id="{8491799F-BA10-4AA0-9BE0-C7F292FCB7FE}"/>
              </a:ext>
            </a:extLst>
          </p:cNvPr>
          <p:cNvSpPr>
            <a:spLocks xmlns:a="http://schemas.openxmlformats.org/drawingml/2006/main" noGrp="1"/>
          </p:cNvSpPr>
          <p:nvPr/>
        </p:nvSpPr>
        <p:spPr>
          <a:xfrm xmlns:a="http://schemas.openxmlformats.org/drawingml/2006/main">
            <a:off x="299085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xmlns:a="http://schemas.openxmlformats.org/drawingml/2006/main" noChangeAspect="1"/>
          </p:cNvPicPr>
          <p:nvPr/>
        </p:nvPicPr>
        <p:blipFill>
          <a:blip xmlns:r="http://schemas.openxmlformats.org/officeDocument/2006/relationships" xmlns:a="http://schemas.openxmlformats.org/drawingml/2006/main" r:embed="R42f48622f9f54fb2"/>
          <a:srcRect xmlns:a="http://schemas.openxmlformats.org/drawingml/2006/main" l="0" t="0" r="0" b="0"/>
          <a:stretch xmlns:a="http://schemas.openxmlformats.org/drawingml/2006/main">
            <a:fillRect l="0" t="0" r="0" b="0"/>
          </a:stretch>
        </p:blipFill>
        <p:spPr>
          <a:xfrm xmlns:a="http://schemas.openxmlformats.org/drawingml/2006/main">
            <a:off x="5295900" y="1638300"/>
            <a:ext cx="2000250" cy="2000250"/>
          </a:xfrm>
          <a:prstGeom xmlns:a="http://schemas.openxmlformats.org/drawingml/2006/main" prst="rect">
            <a:avLst/>
          </a:prstGeom>
        </p:spPr>
      </p:pic>
      <p:sp>
        <p:nvSpPr>
          <p:cNvPr id="13" name="Rettangolo 12">
            <a:extLst xmlns:a="http://schemas.openxmlformats.org/drawingml/2006/main">
              <a:ext uri="{FF2B5EF4-FFF2-40B4-BE49-F238E27FC236}">
                <a16:creationId xmlns:a16="http://schemas.microsoft.com/office/drawing/2014/main" id="{BD18B2E2-966E-4B84-B33C-A64D6FBBD8E2}"/>
              </a:ext>
            </a:extLst>
          </p:cNvPr>
          <p:cNvSpPr>
            <a:spLocks xmlns:a="http://schemas.openxmlformats.org/drawingml/2006/main" noGrp="1"/>
          </p:cNvSpPr>
          <p:nvPr/>
        </p:nvSpPr>
        <p:spPr>
          <a:xfrm xmlns:a="http://schemas.openxmlformats.org/drawingml/2006/main">
            <a:off x="5295900" y="3771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xmlns:a="http://schemas.openxmlformats.org/drawingml/2006/main">
              <a:ext uri="{FF2B5EF4-FFF2-40B4-BE49-F238E27FC236}">
                <a16:creationId xmlns:a16="http://schemas.microsoft.com/office/drawing/2014/main" id="{F42CFE87-0CE4-4FBF-BED1-B5868165BBDA}"/>
              </a:ext>
            </a:extLst>
          </p:cNvPr>
          <p:cNvSpPr>
            <a:spLocks xmlns:a="http://schemas.openxmlformats.org/drawingml/2006/main" noGrp="1"/>
          </p:cNvSpPr>
          <p:nvPr/>
        </p:nvSpPr>
        <p:spPr>
          <a:xfrm xmlns:a="http://schemas.openxmlformats.org/drawingml/2006/main">
            <a:off x="5295900" y="4057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xmlns:a="http://schemas.openxmlformats.org/drawingml/2006/main">
              <a:ext uri="{FF2B5EF4-FFF2-40B4-BE49-F238E27FC236}">
                <a16:creationId xmlns:a16="http://schemas.microsoft.com/office/drawing/2014/main" id="{FA069229-F17B-4C8B-BB46-930BCC99CC7F}"/>
              </a:ext>
            </a:extLst>
          </p:cNvPr>
          <p:cNvSpPr>
            <a:spLocks xmlns:a="http://schemas.openxmlformats.org/drawingml/2006/main" noGrp="1"/>
          </p:cNvSpPr>
          <p:nvPr/>
        </p:nvSpPr>
        <p:spPr>
          <a:xfrm xmlns:a="http://schemas.openxmlformats.org/drawingml/2006/main">
            <a:off x="7810500" y="1562100"/>
            <a:ext cx="3695700" cy="2857500"/>
          </a:xfrm>
          <a:prstGeom xmlns:a="http://schemas.openxmlformats.org/drawingml/2006/main" prst="roundRect">
            <a:avLst>
              <a:gd name="adj" fmla="val 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7D25BA6B-1106-4A33-832D-36A979EC83DB}"/>
              </a:ext>
            </a:extLst>
          </p:cNvPr>
          <p:cNvSpPr>
            <a:spLocks xmlns:a="http://schemas.openxmlformats.org/drawingml/2006/main" noGrp="1"/>
          </p:cNvSpPr>
          <p:nvPr/>
        </p:nvSpPr>
        <p:spPr>
          <a:xfrm xmlns:a="http://schemas.openxmlformats.org/drawingml/2006/main">
            <a:off x="8096250" y="182880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xmlns:a="http://schemas.openxmlformats.org/drawingml/2006/main">
              <a:ext uri="{FF2B5EF4-FFF2-40B4-BE49-F238E27FC236}">
                <a16:creationId xmlns:a16="http://schemas.microsoft.com/office/drawing/2014/main" id="{3EAB3D39-A4EA-43CB-9D21-A6855C38A875}"/>
              </a:ext>
            </a:extLst>
          </p:cNvPr>
          <p:cNvSpPr>
            <a:spLocks xmlns:a="http://schemas.openxmlformats.org/drawingml/2006/main" noGrp="1"/>
          </p:cNvSpPr>
          <p:nvPr/>
        </p:nvSpPr>
        <p:spPr>
          <a:xfrm xmlns:a="http://schemas.openxmlformats.org/drawingml/2006/main">
            <a:off x="80962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xmlns:a="http://schemas.openxmlformats.org/drawingml/2006/main">
              <a:ext uri="{FF2B5EF4-FFF2-40B4-BE49-F238E27FC236}">
                <a16:creationId xmlns:a16="http://schemas.microsoft.com/office/drawing/2014/main" id="{C1C5FAD1-3F30-4059-A516-5B8394AAE46E}"/>
              </a:ext>
            </a:extLst>
          </p:cNvPr>
          <p:cNvSpPr>
            <a:spLocks xmlns:a="http://schemas.openxmlformats.org/drawingml/2006/main" noGrp="1"/>
          </p:cNvSpPr>
          <p:nvPr/>
        </p:nvSpPr>
        <p:spPr>
          <a:xfrm xmlns:a="http://schemas.openxmlformats.org/drawingml/2006/main">
            <a:off x="80962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xmlns:a="http://schemas.openxmlformats.org/drawingml/2006/main">
              <a:ext uri="{FF2B5EF4-FFF2-40B4-BE49-F238E27FC236}">
                <a16:creationId xmlns:a16="http://schemas.microsoft.com/office/drawing/2014/main" id="{535795A5-21C9-4CC4-AF05-3AA3207A1EC2}"/>
              </a:ext>
            </a:extLst>
          </p:cNvPr>
          <p:cNvSpPr>
            <a:spLocks xmlns:a="http://schemas.openxmlformats.org/drawingml/2006/main" noGrp="1"/>
          </p:cNvSpPr>
          <p:nvPr/>
        </p:nvSpPr>
        <p:spPr>
          <a:xfrm xmlns:a="http://schemas.openxmlformats.org/drawingml/2006/main">
            <a:off x="988695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xmlns:a="http://schemas.openxmlformats.org/drawingml/2006/main">
              <a:ext uri="{FF2B5EF4-FFF2-40B4-BE49-F238E27FC236}">
                <a16:creationId xmlns:a16="http://schemas.microsoft.com/office/drawing/2014/main" id="{9864EAE4-9F0E-4EF8-8279-3D124BC4010B}"/>
              </a:ext>
            </a:extLst>
          </p:cNvPr>
          <p:cNvSpPr>
            <a:spLocks xmlns:a="http://schemas.openxmlformats.org/drawingml/2006/main" noGrp="1"/>
          </p:cNvSpPr>
          <p:nvPr/>
        </p:nvSpPr>
        <p:spPr>
          <a:xfrm xmlns:a="http://schemas.openxmlformats.org/drawingml/2006/main">
            <a:off x="9886950" y="25908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xmlns:a="http://schemas.openxmlformats.org/drawingml/2006/main">
              <a:ext uri="{FF2B5EF4-FFF2-40B4-BE49-F238E27FC236}">
                <a16:creationId xmlns:a16="http://schemas.microsoft.com/office/drawing/2014/main" id="{471C4D3D-721D-4498-8EFA-1BF90F405B30}"/>
              </a:ext>
            </a:extLst>
          </p:cNvPr>
          <p:cNvSpPr>
            <a:spLocks xmlns:a="http://schemas.openxmlformats.org/drawingml/2006/main" noGrp="1"/>
          </p:cNvSpPr>
          <p:nvPr/>
        </p:nvSpPr>
        <p:spPr>
          <a:xfrm xmlns:a="http://schemas.openxmlformats.org/drawingml/2006/main">
            <a:off x="8172450" y="3124200"/>
            <a:ext cx="297180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ttangolo 21">
            <a:extLst xmlns:a="http://schemas.openxmlformats.org/drawingml/2006/main">
              <a:ext uri="{FF2B5EF4-FFF2-40B4-BE49-F238E27FC236}">
                <a16:creationId xmlns:a16="http://schemas.microsoft.com/office/drawing/2014/main" id="{A2E0B2CD-9A4A-41BF-8D83-9380D61CA4D4}"/>
              </a:ext>
            </a:extLst>
          </p:cNvPr>
          <p:cNvSpPr>
            <a:spLocks xmlns:a="http://schemas.openxmlformats.org/drawingml/2006/main" noGrp="1"/>
          </p:cNvSpPr>
          <p:nvPr/>
        </p:nvSpPr>
        <p:spPr>
          <a:xfrm xmlns:a="http://schemas.openxmlformats.org/drawingml/2006/main">
            <a:off x="8096250" y="3371850"/>
            <a:ext cx="312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xmlns:a="http://schemas.openxmlformats.org/drawingml/2006/main">
              <a:ext uri="{FF2B5EF4-FFF2-40B4-BE49-F238E27FC236}">
                <a16:creationId xmlns:a16="http://schemas.microsoft.com/office/drawing/2014/main" id="{09EB84B4-E40A-4FB5-A6A0-847175A7A7AD}"/>
              </a:ext>
            </a:extLst>
          </p:cNvPr>
          <p:cNvSpPr>
            <a:spLocks xmlns:a="http://schemas.openxmlformats.org/drawingml/2006/main" noGrp="1"/>
          </p:cNvSpPr>
          <p:nvPr/>
        </p:nvSpPr>
        <p:spPr>
          <a:xfrm xmlns:a="http://schemas.openxmlformats.org/drawingml/2006/main">
            <a:off x="8096250" y="36385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xmlns:a="http://schemas.openxmlformats.org/drawingml/2006/main">
              <a:ext uri="{FF2B5EF4-FFF2-40B4-BE49-F238E27FC236}">
                <a16:creationId xmlns:a16="http://schemas.microsoft.com/office/drawing/2014/main" id="{18A2F9C9-4D34-4737-8B90-8118C124B94E}"/>
              </a:ext>
            </a:extLst>
          </p:cNvPr>
          <p:cNvSpPr>
            <a:spLocks xmlns:a="http://schemas.openxmlformats.org/drawingml/2006/main" noGrp="1"/>
          </p:cNvSpPr>
          <p:nvPr/>
        </p:nvSpPr>
        <p:spPr>
          <a:xfrm xmlns:a="http://schemas.openxmlformats.org/drawingml/2006/main">
            <a:off x="1123950" y="4762500"/>
            <a:ext cx="9944100" cy="1104900"/>
          </a:xfrm>
          <a:prstGeom xmlns:a="http://schemas.openxmlformats.org/drawingml/2006/main" prst="roundRect">
            <a:avLst>
              <a:gd name="adj" fmla="val 15517"/>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Rettangolo 24">
            <a:extLst xmlns:a="http://schemas.openxmlformats.org/drawingml/2006/main">
              <a:ext uri="{FF2B5EF4-FFF2-40B4-BE49-F238E27FC236}">
                <a16:creationId xmlns:a16="http://schemas.microsoft.com/office/drawing/2014/main" id="{F063FFD0-1294-4279-B46B-EF1D1D3EB627}"/>
              </a:ext>
            </a:extLst>
          </p:cNvPr>
          <p:cNvSpPr>
            <a:spLocks xmlns:a="http://schemas.openxmlformats.org/drawingml/2006/main" noGrp="1"/>
          </p:cNvSpPr>
          <p:nvPr/>
        </p:nvSpPr>
        <p:spPr>
          <a:xfrm xmlns:a="http://schemas.openxmlformats.org/drawingml/2006/main">
            <a:off x="1466850" y="5010150"/>
            <a:ext cx="9258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xmlns:a="http://schemas.openxmlformats.org/drawingml/2006/main">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3" name="Rettangolo 32">
            <a:extLst xmlns:a="http://schemas.openxmlformats.org/drawingml/2006/main">
              <a:ext uri="{FF2B5EF4-FFF2-40B4-BE49-F238E27FC236}">
                <a16:creationId xmlns:a16="http://schemas.microsoft.com/office/drawing/2014/main" id="{AFCF59B5-683B-474F-989A-FBD69F4533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784007D6-2081-4930-A389-03D64A1A2382}"/>
              </a:ext>
            </a:extLst>
          </p:cNvPr>
          <p:cNvSpPr>
            <a:spLocks xmlns:a="http://schemas.openxmlformats.org/drawingml/2006/main" noGrp="1"/>
          </p:cNvSpPr>
          <p:nvPr/>
        </p:nvSpPr>
        <p:spPr>
          <a:xfrm xmlns:a="http://schemas.openxmlformats.org/drawingml/2006/main">
            <a:off x="685800" y="4381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AI should prioritize evidence—not exclude it</a:t>
            </a:r>
          </a:p>
        </p:txBody>
      </p:sp>
      <p:sp>
        <p:nvSpPr>
          <p:cNvPr id="3" name="Rettangolo 2">
            <a:extLst xmlns:a="http://schemas.openxmlformats.org/drawingml/2006/main">
              <a:ext uri="{FF2B5EF4-FFF2-40B4-BE49-F238E27FC236}">
                <a16:creationId xmlns:a16="http://schemas.microsoft.com/office/drawing/2014/main" id="{68493C46-8133-4462-86DB-466B3708A87B}"/>
              </a:ext>
            </a:extLst>
          </p:cNvPr>
          <p:cNvSpPr>
            <a:spLocks xmlns:a="http://schemas.openxmlformats.org/drawingml/2006/main" noGrp="1"/>
          </p:cNvSpPr>
          <p:nvPr/>
        </p:nvSpPr>
        <p:spPr>
          <a:xfrm xmlns:a="http://schemas.openxmlformats.org/drawingml/2006/main">
            <a:off x="685800" y="110490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20FCC7E3-0B4D-4701-98B4-D33EB2D8663F}"/>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FCFAFCCB-405C-47A7-B90B-CEB46F98CC33}"/>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12</a:t>
            </a:r>
          </a:p>
        </p:txBody>
      </p:sp>
      <p:sp>
        <p:nvSpPr>
          <p:cNvPr id="6" name="Rettangolo 5">
            <a:extLst xmlns:a="http://schemas.openxmlformats.org/drawingml/2006/main">
              <a:ext uri="{FF2B5EF4-FFF2-40B4-BE49-F238E27FC236}">
                <a16:creationId xmlns:a16="http://schemas.microsoft.com/office/drawing/2014/main" id="{6E42C77A-5BF7-4B4F-ACB6-2B4A6D08B6F7}"/>
              </a:ext>
            </a:extLst>
          </p:cNvPr>
          <p:cNvSpPr>
            <a:spLocks xmlns:a="http://schemas.openxmlformats.org/drawingml/2006/main" noGrp="1"/>
          </p:cNvSpPr>
          <p:nvPr/>
        </p:nvSpPr>
        <p:spPr>
          <a:xfrm xmlns:a="http://schemas.openxmlformats.org/drawingml/2006/main">
            <a:off x="1695450" y="2800350"/>
            <a:ext cx="8801100" cy="7620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CC497960-5D6A-401D-938B-E77E37B954DF}"/>
              </a:ext>
            </a:extLst>
          </p:cNvPr>
          <p:cNvSpPr>
            <a:spLocks xmlns:a="http://schemas.openxmlformats.org/drawingml/2006/main" noGrp="1"/>
          </p:cNvSpPr>
          <p:nvPr/>
        </p:nvSpPr>
        <p:spPr>
          <a:xfrm xmlns:a="http://schemas.openxmlformats.org/drawingml/2006/main">
            <a:off x="6858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xmlns:a="http://schemas.openxmlformats.org/drawingml/2006/main">
              <a:ext uri="{FF2B5EF4-FFF2-40B4-BE49-F238E27FC236}">
                <a16:creationId xmlns:a16="http://schemas.microsoft.com/office/drawing/2014/main" id="{9D4C1FD3-F2E8-481B-B8A3-6FDAC352E8B5}"/>
              </a:ext>
            </a:extLst>
          </p:cNvPr>
          <p:cNvSpPr>
            <a:spLocks xmlns:a="http://schemas.openxmlformats.org/drawingml/2006/main" noGrp="1"/>
          </p:cNvSpPr>
          <p:nvPr/>
        </p:nvSpPr>
        <p:spPr>
          <a:xfrm xmlns:a="http://schemas.openxmlformats.org/drawingml/2006/main">
            <a:off x="6858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A4596393-8F9B-4AB8-B9FA-12DDC5FEB621}"/>
              </a:ext>
            </a:extLst>
          </p:cNvPr>
          <p:cNvSpPr>
            <a:spLocks xmlns:a="http://schemas.openxmlformats.org/drawingml/2006/main" noGrp="1"/>
          </p:cNvSpPr>
          <p:nvPr/>
        </p:nvSpPr>
        <p:spPr>
          <a:xfrm xmlns:a="http://schemas.openxmlformats.org/drawingml/2006/main">
            <a:off x="8572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xmlns:a="http://schemas.openxmlformats.org/drawingml/2006/main">
              <a:ext uri="{FF2B5EF4-FFF2-40B4-BE49-F238E27FC236}">
                <a16:creationId xmlns:a16="http://schemas.microsoft.com/office/drawing/2014/main" id="{7AA4D259-8252-49D2-AC66-8CEBF46905A6}"/>
              </a:ext>
            </a:extLst>
          </p:cNvPr>
          <p:cNvSpPr>
            <a:spLocks xmlns:a="http://schemas.openxmlformats.org/drawingml/2006/main" noGrp="1"/>
          </p:cNvSpPr>
          <p:nvPr/>
        </p:nvSpPr>
        <p:spPr>
          <a:xfrm xmlns:a="http://schemas.openxmlformats.org/drawingml/2006/main">
            <a:off x="8572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xmlns:a="http://schemas.openxmlformats.org/drawingml/2006/main">
              <a:ext uri="{FF2B5EF4-FFF2-40B4-BE49-F238E27FC236}">
                <a16:creationId xmlns:a16="http://schemas.microsoft.com/office/drawing/2014/main" id="{B875C228-D2D2-4ED0-AE89-A0F4D270CE44}"/>
              </a:ext>
            </a:extLst>
          </p:cNvPr>
          <p:cNvSpPr>
            <a:spLocks xmlns:a="http://schemas.openxmlformats.org/drawingml/2006/main" noGrp="1"/>
          </p:cNvSpPr>
          <p:nvPr/>
        </p:nvSpPr>
        <p:spPr>
          <a:xfrm xmlns:a="http://schemas.openxmlformats.org/drawingml/2006/main">
            <a:off x="34671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xmlns:a="http://schemas.openxmlformats.org/drawingml/2006/main">
              <a:ext uri="{FF2B5EF4-FFF2-40B4-BE49-F238E27FC236}">
                <a16:creationId xmlns:a16="http://schemas.microsoft.com/office/drawing/2014/main" id="{F27AA906-E5AF-40DB-9F2E-5E5C26E8C25A}"/>
              </a:ext>
            </a:extLst>
          </p:cNvPr>
          <p:cNvSpPr>
            <a:spLocks xmlns:a="http://schemas.openxmlformats.org/drawingml/2006/main" noGrp="1"/>
          </p:cNvSpPr>
          <p:nvPr/>
        </p:nvSpPr>
        <p:spPr>
          <a:xfrm xmlns:a="http://schemas.openxmlformats.org/drawingml/2006/main">
            <a:off x="3467100" y="2076450"/>
            <a:ext cx="2190750" cy="1466850"/>
          </a:xfrm>
          <a:prstGeom xmlns:a="http://schemas.openxmlformats.org/drawingml/2006/main" prst="roundRect">
            <a:avLst>
              <a:gd name="adj" fmla="val 11688"/>
            </a:avLst>
          </a:prstGeom>
          <a:solidFill xmlns:a="http://schemas.openxmlformats.org/drawingml/2006/main">
            <a:srgbClr val="E9EEF8"/>
          </a:solidFill>
          <a:ln xmlns:a="http://schemas.openxmlformats.org/drawingml/2006/main" w="9525">
            <a:solidFill>
              <a:srgbClr val="E9EEF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10A088F2-59B9-41DB-B22F-C8A142756290}"/>
              </a:ext>
            </a:extLst>
          </p:cNvPr>
          <p:cNvSpPr>
            <a:spLocks xmlns:a="http://schemas.openxmlformats.org/drawingml/2006/main" noGrp="1"/>
          </p:cNvSpPr>
          <p:nvPr/>
        </p:nvSpPr>
        <p:spPr>
          <a:xfrm xmlns:a="http://schemas.openxmlformats.org/drawingml/2006/main">
            <a:off x="36385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xmlns:a="http://schemas.openxmlformats.org/drawingml/2006/main">
              <a:ext uri="{FF2B5EF4-FFF2-40B4-BE49-F238E27FC236}">
                <a16:creationId xmlns:a16="http://schemas.microsoft.com/office/drawing/2014/main" id="{27D139E3-0991-49D9-9C28-1A63AF4F9EAD}"/>
              </a:ext>
            </a:extLst>
          </p:cNvPr>
          <p:cNvSpPr>
            <a:spLocks xmlns:a="http://schemas.openxmlformats.org/drawingml/2006/main" noGrp="1"/>
          </p:cNvSpPr>
          <p:nvPr/>
        </p:nvSpPr>
        <p:spPr>
          <a:xfrm xmlns:a="http://schemas.openxmlformats.org/drawingml/2006/main">
            <a:off x="36385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xmlns:a="http://schemas.openxmlformats.org/drawingml/2006/main">
              <a:ext uri="{FF2B5EF4-FFF2-40B4-BE49-F238E27FC236}">
                <a16:creationId xmlns:a16="http://schemas.microsoft.com/office/drawing/2014/main" id="{7F193325-1128-438B-B217-138A67DDF676}"/>
              </a:ext>
            </a:extLst>
          </p:cNvPr>
          <p:cNvSpPr>
            <a:spLocks xmlns:a="http://schemas.openxmlformats.org/drawingml/2006/main" noGrp="1"/>
          </p:cNvSpPr>
          <p:nvPr/>
        </p:nvSpPr>
        <p:spPr>
          <a:xfrm xmlns:a="http://schemas.openxmlformats.org/drawingml/2006/main">
            <a:off x="62484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xmlns:a="http://schemas.openxmlformats.org/drawingml/2006/main">
              <a:ext uri="{FF2B5EF4-FFF2-40B4-BE49-F238E27FC236}">
                <a16:creationId xmlns:a16="http://schemas.microsoft.com/office/drawing/2014/main" id="{E8C8212D-5123-48C7-8465-CE6674A3EAFA}"/>
              </a:ext>
            </a:extLst>
          </p:cNvPr>
          <p:cNvSpPr>
            <a:spLocks xmlns:a="http://schemas.openxmlformats.org/drawingml/2006/main" noGrp="1"/>
          </p:cNvSpPr>
          <p:nvPr/>
        </p:nvSpPr>
        <p:spPr>
          <a:xfrm xmlns:a="http://schemas.openxmlformats.org/drawingml/2006/main">
            <a:off x="6248400" y="2076450"/>
            <a:ext cx="2190750" cy="1466850"/>
          </a:xfrm>
          <a:prstGeom xmlns:a="http://schemas.openxmlformats.org/drawingml/2006/main" prst="roundRect">
            <a:avLst>
              <a:gd name="adj" fmla="val 11688"/>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688DB260-266F-461B-B69D-7D7802AF0D5C}"/>
              </a:ext>
            </a:extLst>
          </p:cNvPr>
          <p:cNvSpPr>
            <a:spLocks xmlns:a="http://schemas.openxmlformats.org/drawingml/2006/main" noGrp="1"/>
          </p:cNvSpPr>
          <p:nvPr/>
        </p:nvSpPr>
        <p:spPr>
          <a:xfrm xmlns:a="http://schemas.openxmlformats.org/drawingml/2006/main">
            <a:off x="64198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xmlns:a="http://schemas.openxmlformats.org/drawingml/2006/main">
              <a:ext uri="{FF2B5EF4-FFF2-40B4-BE49-F238E27FC236}">
                <a16:creationId xmlns:a16="http://schemas.microsoft.com/office/drawing/2014/main" id="{0D32C62D-AD61-47FC-9DF3-3D1D755CC850}"/>
              </a:ext>
            </a:extLst>
          </p:cNvPr>
          <p:cNvSpPr>
            <a:spLocks xmlns:a="http://schemas.openxmlformats.org/drawingml/2006/main" noGrp="1"/>
          </p:cNvSpPr>
          <p:nvPr/>
        </p:nvSpPr>
        <p:spPr>
          <a:xfrm xmlns:a="http://schemas.openxmlformats.org/drawingml/2006/main">
            <a:off x="64198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xmlns:a="http://schemas.openxmlformats.org/drawingml/2006/main">
              <a:ext uri="{FF2B5EF4-FFF2-40B4-BE49-F238E27FC236}">
                <a16:creationId xmlns:a16="http://schemas.microsoft.com/office/drawing/2014/main" id="{9D03034B-8F88-418E-9635-E3411B5DDEBC}"/>
              </a:ext>
            </a:extLst>
          </p:cNvPr>
          <p:cNvSpPr>
            <a:spLocks xmlns:a="http://schemas.openxmlformats.org/drawingml/2006/main" noGrp="1"/>
          </p:cNvSpPr>
          <p:nvPr/>
        </p:nvSpPr>
        <p:spPr>
          <a:xfrm xmlns:a="http://schemas.openxmlformats.org/drawingml/2006/main">
            <a:off x="9029700" y="16764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xmlns:a="http://schemas.openxmlformats.org/drawingml/2006/main">
              <a:ext uri="{FF2B5EF4-FFF2-40B4-BE49-F238E27FC236}">
                <a16:creationId xmlns:a16="http://schemas.microsoft.com/office/drawing/2014/main" id="{0A7F9A2F-8B4C-4A62-8D51-C8AC9213FEC9}"/>
              </a:ext>
            </a:extLst>
          </p:cNvPr>
          <p:cNvSpPr>
            <a:spLocks xmlns:a="http://schemas.openxmlformats.org/drawingml/2006/main" noGrp="1"/>
          </p:cNvSpPr>
          <p:nvPr/>
        </p:nvSpPr>
        <p:spPr>
          <a:xfrm xmlns:a="http://schemas.openxmlformats.org/drawingml/2006/main">
            <a:off x="9029700" y="2076450"/>
            <a:ext cx="219075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DC68B587-3821-4278-A721-BE8076578B8C}"/>
              </a:ext>
            </a:extLst>
          </p:cNvPr>
          <p:cNvSpPr>
            <a:spLocks xmlns:a="http://schemas.openxmlformats.org/drawingml/2006/main" noGrp="1"/>
          </p:cNvSpPr>
          <p:nvPr/>
        </p:nvSpPr>
        <p:spPr>
          <a:xfrm xmlns:a="http://schemas.openxmlformats.org/drawingml/2006/main">
            <a:off x="9201150" y="23241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xmlns:a="http://schemas.openxmlformats.org/drawingml/2006/main">
              <a:ext uri="{FF2B5EF4-FFF2-40B4-BE49-F238E27FC236}">
                <a16:creationId xmlns:a16="http://schemas.microsoft.com/office/drawing/2014/main" id="{F2ED8D5E-2422-4B92-867E-DD3CA4ACD7CB}"/>
              </a:ext>
            </a:extLst>
          </p:cNvPr>
          <p:cNvSpPr>
            <a:spLocks xmlns:a="http://schemas.openxmlformats.org/drawingml/2006/main" noGrp="1"/>
          </p:cNvSpPr>
          <p:nvPr/>
        </p:nvSpPr>
        <p:spPr>
          <a:xfrm xmlns:a="http://schemas.openxmlformats.org/drawingml/2006/main">
            <a:off x="9201150" y="281940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xmlns:a="http://schemas.openxmlformats.org/drawingml/2006/main">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xmlns:a="http://schemas.openxmlformats.org/drawingml/2006/main">
              <a:ext uri="{FF2B5EF4-FFF2-40B4-BE49-F238E27FC236}">
                <a16:creationId xmlns:a16="http://schemas.microsoft.com/office/drawing/2014/main" id="{04339118-F714-4CF4-9531-D2EFDA073425}"/>
              </a:ext>
            </a:extLst>
          </p:cNvPr>
          <p:cNvSpPr>
            <a:spLocks xmlns:a="http://schemas.openxmlformats.org/drawingml/2006/main" noGrp="1"/>
          </p:cNvSpPr>
          <p:nvPr/>
        </p:nvSpPr>
        <p:spPr>
          <a:xfrm xmlns:a="http://schemas.openxmlformats.org/drawingml/2006/main">
            <a:off x="685800" y="40957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xmlns:a="http://schemas.openxmlformats.org/drawingml/2006/main">
              <a:ext uri="{FF2B5EF4-FFF2-40B4-BE49-F238E27FC236}">
                <a16:creationId xmlns:a16="http://schemas.microsoft.com/office/drawing/2014/main" id="{6DE606BC-E4EE-43D8-A10A-D6AF9A28A5DE}"/>
              </a:ext>
            </a:extLst>
          </p:cNvPr>
          <p:cNvSpPr>
            <a:spLocks xmlns:a="http://schemas.openxmlformats.org/drawingml/2006/main" noGrp="1"/>
          </p:cNvSpPr>
          <p:nvPr/>
        </p:nvSpPr>
        <p:spPr>
          <a:xfrm xmlns:a="http://schemas.openxmlformats.org/drawingml/2006/main">
            <a:off x="8382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xmlns:a="http://schemas.openxmlformats.org/drawingml/2006/main">
              <a:ext uri="{FF2B5EF4-FFF2-40B4-BE49-F238E27FC236}">
                <a16:creationId xmlns:a16="http://schemas.microsoft.com/office/drawing/2014/main" id="{E60E196D-BF02-4A60-AA11-C25A1BD1FBCA}"/>
              </a:ext>
            </a:extLst>
          </p:cNvPr>
          <p:cNvSpPr>
            <a:spLocks xmlns:a="http://schemas.openxmlformats.org/drawingml/2006/main" noGrp="1"/>
          </p:cNvSpPr>
          <p:nvPr/>
        </p:nvSpPr>
        <p:spPr>
          <a:xfrm xmlns:a="http://schemas.openxmlformats.org/drawingml/2006/main">
            <a:off x="33337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ttangolo 25">
            <a:extLst xmlns:a="http://schemas.openxmlformats.org/drawingml/2006/main">
              <a:ext uri="{FF2B5EF4-FFF2-40B4-BE49-F238E27FC236}">
                <a16:creationId xmlns:a16="http://schemas.microsoft.com/office/drawing/2014/main" id="{03F90BFD-8FC5-496D-B2BD-090EFE986347}"/>
              </a:ext>
            </a:extLst>
          </p:cNvPr>
          <p:cNvSpPr>
            <a:spLocks xmlns:a="http://schemas.openxmlformats.org/drawingml/2006/main" noGrp="1"/>
          </p:cNvSpPr>
          <p:nvPr/>
        </p:nvSpPr>
        <p:spPr>
          <a:xfrm xmlns:a="http://schemas.openxmlformats.org/drawingml/2006/main">
            <a:off x="35433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xmlns:a="http://schemas.openxmlformats.org/drawingml/2006/main">
              <a:ext uri="{FF2B5EF4-FFF2-40B4-BE49-F238E27FC236}">
                <a16:creationId xmlns:a16="http://schemas.microsoft.com/office/drawing/2014/main" id="{B2B38D1D-5BC1-489F-8CEC-BF5FD0E6DF1A}"/>
              </a:ext>
            </a:extLst>
          </p:cNvPr>
          <p:cNvSpPr>
            <a:spLocks xmlns:a="http://schemas.openxmlformats.org/drawingml/2006/main" noGrp="1"/>
          </p:cNvSpPr>
          <p:nvPr/>
        </p:nvSpPr>
        <p:spPr>
          <a:xfrm xmlns:a="http://schemas.openxmlformats.org/drawingml/2006/main">
            <a:off x="60388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8" name="Rettangolo 27">
            <a:extLst xmlns:a="http://schemas.openxmlformats.org/drawingml/2006/main">
              <a:ext uri="{FF2B5EF4-FFF2-40B4-BE49-F238E27FC236}">
                <a16:creationId xmlns:a16="http://schemas.microsoft.com/office/drawing/2014/main" id="{8CBE62AC-4860-455E-BD3B-688579D32233}"/>
              </a:ext>
            </a:extLst>
          </p:cNvPr>
          <p:cNvSpPr>
            <a:spLocks xmlns:a="http://schemas.openxmlformats.org/drawingml/2006/main" noGrp="1"/>
          </p:cNvSpPr>
          <p:nvPr/>
        </p:nvSpPr>
        <p:spPr>
          <a:xfrm xmlns:a="http://schemas.openxmlformats.org/drawingml/2006/main">
            <a:off x="62484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xmlns:a="http://schemas.openxmlformats.org/drawingml/2006/main">
              <a:ext uri="{FF2B5EF4-FFF2-40B4-BE49-F238E27FC236}">
                <a16:creationId xmlns:a16="http://schemas.microsoft.com/office/drawing/2014/main" id="{DAD0FA6E-44BA-4057-A6E5-205E1EA40B06}"/>
              </a:ext>
            </a:extLst>
          </p:cNvPr>
          <p:cNvSpPr>
            <a:spLocks xmlns:a="http://schemas.openxmlformats.org/drawingml/2006/main" noGrp="1"/>
          </p:cNvSpPr>
          <p:nvPr/>
        </p:nvSpPr>
        <p:spPr>
          <a:xfrm xmlns:a="http://schemas.openxmlformats.org/drawingml/2006/main">
            <a:off x="8743950" y="4533900"/>
            <a:ext cx="19050" cy="400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EB7B099E-18FB-4F61-A001-312CD23DFDB3}"/>
              </a:ext>
            </a:extLst>
          </p:cNvPr>
          <p:cNvSpPr>
            <a:spLocks xmlns:a="http://schemas.openxmlformats.org/drawingml/2006/main" noGrp="1"/>
          </p:cNvSpPr>
          <p:nvPr/>
        </p:nvSpPr>
        <p:spPr>
          <a:xfrm xmlns:a="http://schemas.openxmlformats.org/drawingml/2006/main">
            <a:off x="8953500" y="45339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xmlns:a="http://schemas.openxmlformats.org/drawingml/2006/main">
              <a:ext uri="{FF2B5EF4-FFF2-40B4-BE49-F238E27FC236}">
                <a16:creationId xmlns:a16="http://schemas.microsoft.com/office/drawing/2014/main" id="{61341085-EF38-4412-9246-C812DAAA179E}"/>
              </a:ext>
            </a:extLst>
          </p:cNvPr>
          <p:cNvSpPr>
            <a:spLocks xmlns:a="http://schemas.openxmlformats.org/drawingml/2006/main" noGrp="1"/>
          </p:cNvSpPr>
          <p:nvPr/>
        </p:nvSpPr>
        <p:spPr>
          <a:xfrm xmlns:a="http://schemas.openxmlformats.org/drawingml/2006/main">
            <a:off x="1123950" y="5391150"/>
            <a:ext cx="9944100" cy="723900"/>
          </a:xfrm>
          <a:prstGeom xmlns:a="http://schemas.openxmlformats.org/drawingml/2006/main" prst="roundRect">
            <a:avLst>
              <a:gd name="adj" fmla="val 21053"/>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2" name="Rettangolo 31">
            <a:extLst xmlns:a="http://schemas.openxmlformats.org/drawingml/2006/main">
              <a:ext uri="{FF2B5EF4-FFF2-40B4-BE49-F238E27FC236}">
                <a16:creationId xmlns:a16="http://schemas.microsoft.com/office/drawing/2014/main" id="{C6444606-31CF-4954-A94E-256FA6870834}"/>
              </a:ext>
            </a:extLst>
          </p:cNvPr>
          <p:cNvSpPr>
            <a:spLocks xmlns:a="http://schemas.openxmlformats.org/drawingml/2006/main" noGrp="1"/>
          </p:cNvSpPr>
          <p:nvPr/>
        </p:nvSpPr>
        <p:spPr>
          <a:xfrm xmlns:a="http://schemas.openxmlformats.org/drawingml/2006/main">
            <a:off x="1466850" y="5581650"/>
            <a:ext cx="925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1" name="Rettangolo 30">
            <a:extLst xmlns:a="http://schemas.openxmlformats.org/drawingml/2006/main">
              <a:ext uri="{FF2B5EF4-FFF2-40B4-BE49-F238E27FC236}">
                <a16:creationId xmlns:a16="http://schemas.microsoft.com/office/drawing/2014/main" id="{450EE9F5-CABF-434E-8232-BDF46C2B08C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FEC59691-266B-4DB0-8057-0406222D320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xmlns:a="http://schemas.openxmlformats.org/drawingml/2006/main">
              <a:ext uri="{FF2B5EF4-FFF2-40B4-BE49-F238E27FC236}">
                <a16:creationId xmlns:a16="http://schemas.microsoft.com/office/drawing/2014/main" id="{79089BD1-B305-48BE-BA26-09870B60112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2C6706B-ACDF-4666-A54A-86FD9DBD5392}"/>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D079A16-C2FC-4182-B67E-51370D40AE4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13</a:t>
            </a:r>
          </a:p>
        </p:txBody>
      </p:sp>
      <p:sp>
        <p:nvSpPr>
          <p:cNvPr id="6" name="Rettangolo con angoli arrotondati 5">
            <a:extLst xmlns:a="http://schemas.openxmlformats.org/drawingml/2006/main">
              <a:ext uri="{FF2B5EF4-FFF2-40B4-BE49-F238E27FC236}">
                <a16:creationId xmlns:a16="http://schemas.microsoft.com/office/drawing/2014/main" id="{A958CF67-914D-4A36-B2C0-CBFE18A07BAD}"/>
              </a:ext>
            </a:extLst>
          </p:cNvPr>
          <p:cNvSpPr>
            <a:spLocks xmlns:a="http://schemas.openxmlformats.org/drawingml/2006/main" noGrp="1"/>
          </p:cNvSpPr>
          <p:nvPr/>
        </p:nvSpPr>
        <p:spPr>
          <a:xfrm xmlns:a="http://schemas.openxmlformats.org/drawingml/2006/main">
            <a:off x="685800" y="1581150"/>
            <a:ext cx="4095750" cy="4171950"/>
          </a:xfrm>
          <a:prstGeom xmlns:a="http://schemas.openxmlformats.org/drawingml/2006/main" prst="roundRect">
            <a:avLst>
              <a:gd name="adj" fmla="val 4651"/>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E5DDE80D-F491-4EDB-A777-AC5174C65059}"/>
              </a:ext>
            </a:extLst>
          </p:cNvPr>
          <p:cNvSpPr>
            <a:spLocks xmlns:a="http://schemas.openxmlformats.org/drawingml/2006/main" noGrp="1"/>
          </p:cNvSpPr>
          <p:nvPr/>
        </p:nvSpPr>
        <p:spPr>
          <a:xfrm xmlns:a="http://schemas.openxmlformats.org/drawingml/2006/main">
            <a:off x="971550" y="184785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xmlns:a="http://schemas.openxmlformats.org/drawingml/2006/main">
              <a:ext uri="{FF2B5EF4-FFF2-40B4-BE49-F238E27FC236}">
                <a16:creationId xmlns:a16="http://schemas.microsoft.com/office/drawing/2014/main" id="{9CE8CE40-2313-4751-AC3A-75251D60271B}"/>
              </a:ext>
            </a:extLst>
          </p:cNvPr>
          <p:cNvSpPr>
            <a:spLocks xmlns:a="http://schemas.openxmlformats.org/drawingml/2006/main" noGrp="1"/>
          </p:cNvSpPr>
          <p:nvPr/>
        </p:nvSpPr>
        <p:spPr>
          <a:xfrm xmlns:a="http://schemas.openxmlformats.org/drawingml/2006/main">
            <a:off x="971550" y="2286000"/>
            <a:ext cx="352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xmlns:a="http://schemas.openxmlformats.org/drawingml/2006/main">
              <a:ext uri="{FF2B5EF4-FFF2-40B4-BE49-F238E27FC236}">
                <a16:creationId xmlns:a16="http://schemas.microsoft.com/office/drawing/2014/main" id="{32443789-E78D-482B-9842-1CE14508CB7C}"/>
              </a:ext>
            </a:extLst>
          </p:cNvPr>
          <p:cNvSpPr>
            <a:spLocks xmlns:a="http://schemas.openxmlformats.org/drawingml/2006/main" noGrp="1"/>
          </p:cNvSpPr>
          <p:nvPr/>
        </p:nvSpPr>
        <p:spPr>
          <a:xfrm xmlns:a="http://schemas.openxmlformats.org/drawingml/2006/main">
            <a:off x="971550" y="29527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xmlns:a="http://schemas.openxmlformats.org/drawingml/2006/main">
              <a:ext uri="{FF2B5EF4-FFF2-40B4-BE49-F238E27FC236}">
                <a16:creationId xmlns:a16="http://schemas.microsoft.com/office/drawing/2014/main" id="{68FF4B46-61D2-46B2-A3F1-741BE38718F5}"/>
              </a:ext>
            </a:extLst>
          </p:cNvPr>
          <p:cNvSpPr>
            <a:spLocks xmlns:a="http://schemas.openxmlformats.org/drawingml/2006/main" noGrp="1"/>
          </p:cNvSpPr>
          <p:nvPr/>
        </p:nvSpPr>
        <p:spPr>
          <a:xfrm xmlns:a="http://schemas.openxmlformats.org/drawingml/2006/main">
            <a:off x="1066800" y="33909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xmlns:a="http://schemas.openxmlformats.org/drawingml/2006/main">
              <a:ext uri="{FF2B5EF4-FFF2-40B4-BE49-F238E27FC236}">
                <a16:creationId xmlns:a16="http://schemas.microsoft.com/office/drawing/2014/main" id="{1C420481-7C8E-4DDB-BC91-67D78A171A6C}"/>
              </a:ext>
            </a:extLst>
          </p:cNvPr>
          <p:cNvSpPr>
            <a:spLocks xmlns:a="http://schemas.openxmlformats.org/drawingml/2006/main" noGrp="1"/>
          </p:cNvSpPr>
          <p:nvPr/>
        </p:nvSpPr>
        <p:spPr>
          <a:xfrm xmlns:a="http://schemas.openxmlformats.org/drawingml/2006/main">
            <a:off x="1257300" y="4133850"/>
            <a:ext cx="2952750" cy="19050"/>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F3249D90-455B-4447-9E26-B2ADC594CFFC}"/>
              </a:ext>
            </a:extLst>
          </p:cNvPr>
          <p:cNvSpPr>
            <a:spLocks xmlns:a="http://schemas.openxmlformats.org/drawingml/2006/main" noGrp="1"/>
          </p:cNvSpPr>
          <p:nvPr/>
        </p:nvSpPr>
        <p:spPr>
          <a:xfrm xmlns:a="http://schemas.openxmlformats.org/drawingml/2006/main">
            <a:off x="1066800" y="44196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xmlns:a="http://schemas.openxmlformats.org/drawingml/2006/main">
              <a:ext uri="{FF2B5EF4-FFF2-40B4-BE49-F238E27FC236}">
                <a16:creationId xmlns:a16="http://schemas.microsoft.com/office/drawing/2014/main" id="{A91E40B1-43F4-44AE-B4D8-392C565EFA1E}"/>
              </a:ext>
            </a:extLst>
          </p:cNvPr>
          <p:cNvSpPr>
            <a:spLocks xmlns:a="http://schemas.openxmlformats.org/drawingml/2006/main" noGrp="1"/>
          </p:cNvSpPr>
          <p:nvPr/>
        </p:nvSpPr>
        <p:spPr>
          <a:xfrm xmlns:a="http://schemas.openxmlformats.org/drawingml/2006/main">
            <a:off x="1066800" y="49530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xmlns:a="http://schemas.openxmlformats.org/drawingml/2006/main">
              <a:ext uri="{FF2B5EF4-FFF2-40B4-BE49-F238E27FC236}">
                <a16:creationId xmlns:a16="http://schemas.microsoft.com/office/drawing/2014/main" id="{271950E5-9AE8-4624-8836-A98073AC06EB}"/>
              </a:ext>
            </a:extLst>
          </p:cNvPr>
          <p:cNvSpPr>
            <a:spLocks xmlns:a="http://schemas.openxmlformats.org/drawingml/2006/main" noGrp="1"/>
          </p:cNvSpPr>
          <p:nvPr/>
        </p:nvSpPr>
        <p:spPr>
          <a:xfrm xmlns:a="http://schemas.openxmlformats.org/drawingml/2006/main">
            <a:off x="5334000" y="1657350"/>
            <a:ext cx="617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xmlns:a="http://schemas.openxmlformats.org/drawingml/2006/main">
              <a:ext uri="{FF2B5EF4-FFF2-40B4-BE49-F238E27FC236}">
                <a16:creationId xmlns:a16="http://schemas.microsoft.com/office/drawing/2014/main" id="{9B35F04A-8C1A-4D02-A7D5-B5388F8EBAA1}"/>
              </a:ext>
            </a:extLst>
          </p:cNvPr>
          <p:cNvSpPr>
            <a:spLocks xmlns:a="http://schemas.openxmlformats.org/drawingml/2006/main" noGrp="1"/>
          </p:cNvSpPr>
          <p:nvPr/>
        </p:nvSpPr>
        <p:spPr>
          <a:xfrm xmlns:a="http://schemas.openxmlformats.org/drawingml/2006/main">
            <a:off x="5334000" y="2133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xmlns:a="http://schemas.openxmlformats.org/drawingml/2006/main">
              <a:ext uri="{FF2B5EF4-FFF2-40B4-BE49-F238E27FC236}">
                <a16:creationId xmlns:a16="http://schemas.microsoft.com/office/drawing/2014/main" id="{383BA1E7-4180-41B6-8C72-60ACF49C3748}"/>
              </a:ext>
            </a:extLst>
          </p:cNvPr>
          <p:cNvSpPr>
            <a:spLocks xmlns:a="http://schemas.openxmlformats.org/drawingml/2006/main" noGrp="1"/>
          </p:cNvSpPr>
          <p:nvPr/>
        </p:nvSpPr>
        <p:spPr>
          <a:xfrm xmlns:a="http://schemas.openxmlformats.org/drawingml/2006/main">
            <a:off x="7467600" y="21336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xmlns:a="http://schemas.openxmlformats.org/drawingml/2006/main">
              <a:ext uri="{FF2B5EF4-FFF2-40B4-BE49-F238E27FC236}">
                <a16:creationId xmlns:a16="http://schemas.microsoft.com/office/drawing/2014/main" id="{1E912AF9-D85C-4977-969E-906B3A4C3311}"/>
              </a:ext>
            </a:extLst>
          </p:cNvPr>
          <p:cNvSpPr>
            <a:spLocks xmlns:a="http://schemas.openxmlformats.org/drawingml/2006/main" noGrp="1"/>
          </p:cNvSpPr>
          <p:nvPr/>
        </p:nvSpPr>
        <p:spPr>
          <a:xfrm xmlns:a="http://schemas.openxmlformats.org/drawingml/2006/main">
            <a:off x="5334000" y="26098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1FEB3410-F8F5-45C3-B8A9-72E8CC0B13F9}"/>
              </a:ext>
            </a:extLst>
          </p:cNvPr>
          <p:cNvSpPr>
            <a:spLocks xmlns:a="http://schemas.openxmlformats.org/drawingml/2006/main" noGrp="1"/>
          </p:cNvSpPr>
          <p:nvPr/>
        </p:nvSpPr>
        <p:spPr>
          <a:xfrm xmlns:a="http://schemas.openxmlformats.org/drawingml/2006/main">
            <a:off x="5334000" y="2819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xmlns:a="http://schemas.openxmlformats.org/drawingml/2006/main">
              <a:ext uri="{FF2B5EF4-FFF2-40B4-BE49-F238E27FC236}">
                <a16:creationId xmlns:a16="http://schemas.microsoft.com/office/drawing/2014/main" id="{528555C9-5DFF-4894-9FE6-D4333953FC88}"/>
              </a:ext>
            </a:extLst>
          </p:cNvPr>
          <p:cNvSpPr>
            <a:spLocks xmlns:a="http://schemas.openxmlformats.org/drawingml/2006/main" noGrp="1"/>
          </p:cNvSpPr>
          <p:nvPr/>
        </p:nvSpPr>
        <p:spPr>
          <a:xfrm xmlns:a="http://schemas.openxmlformats.org/drawingml/2006/main">
            <a:off x="7467600" y="28194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xmlns:a="http://schemas.openxmlformats.org/drawingml/2006/main">
              <a:ext uri="{FF2B5EF4-FFF2-40B4-BE49-F238E27FC236}">
                <a16:creationId xmlns:a16="http://schemas.microsoft.com/office/drawing/2014/main" id="{F89CB595-C0E8-481C-B956-C19F8CDD3C85}"/>
              </a:ext>
            </a:extLst>
          </p:cNvPr>
          <p:cNvSpPr>
            <a:spLocks xmlns:a="http://schemas.openxmlformats.org/drawingml/2006/main" noGrp="1"/>
          </p:cNvSpPr>
          <p:nvPr/>
        </p:nvSpPr>
        <p:spPr>
          <a:xfrm xmlns:a="http://schemas.openxmlformats.org/drawingml/2006/main">
            <a:off x="5334000" y="32956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ttangolo 20">
            <a:extLst xmlns:a="http://schemas.openxmlformats.org/drawingml/2006/main">
              <a:ext uri="{FF2B5EF4-FFF2-40B4-BE49-F238E27FC236}">
                <a16:creationId xmlns:a16="http://schemas.microsoft.com/office/drawing/2014/main" id="{6CF52DE5-B776-4B1D-800C-73C4E4A5C8F6}"/>
              </a:ext>
            </a:extLst>
          </p:cNvPr>
          <p:cNvSpPr>
            <a:spLocks xmlns:a="http://schemas.openxmlformats.org/drawingml/2006/main" noGrp="1"/>
          </p:cNvSpPr>
          <p:nvPr/>
        </p:nvSpPr>
        <p:spPr>
          <a:xfrm xmlns:a="http://schemas.openxmlformats.org/drawingml/2006/main">
            <a:off x="5334000" y="3505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xmlns:a="http://schemas.openxmlformats.org/drawingml/2006/main">
              <a:ext uri="{FF2B5EF4-FFF2-40B4-BE49-F238E27FC236}">
                <a16:creationId xmlns:a16="http://schemas.microsoft.com/office/drawing/2014/main" id="{CFA73A27-E6D0-47E7-ADA5-8D98B5FD3677}"/>
              </a:ext>
            </a:extLst>
          </p:cNvPr>
          <p:cNvSpPr>
            <a:spLocks xmlns:a="http://schemas.openxmlformats.org/drawingml/2006/main" noGrp="1"/>
          </p:cNvSpPr>
          <p:nvPr/>
        </p:nvSpPr>
        <p:spPr>
          <a:xfrm xmlns:a="http://schemas.openxmlformats.org/drawingml/2006/main">
            <a:off x="7467600" y="35052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xmlns:a="http://schemas.openxmlformats.org/drawingml/2006/main">
              <a:ext uri="{FF2B5EF4-FFF2-40B4-BE49-F238E27FC236}">
                <a16:creationId xmlns:a16="http://schemas.microsoft.com/office/drawing/2014/main" id="{6730AD67-EBD7-4FFB-A38A-B32B95B85FDA}"/>
              </a:ext>
            </a:extLst>
          </p:cNvPr>
          <p:cNvSpPr>
            <a:spLocks xmlns:a="http://schemas.openxmlformats.org/drawingml/2006/main" noGrp="1"/>
          </p:cNvSpPr>
          <p:nvPr/>
        </p:nvSpPr>
        <p:spPr>
          <a:xfrm xmlns:a="http://schemas.openxmlformats.org/drawingml/2006/main">
            <a:off x="5334000" y="39814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297D8C7E-D048-4389-B744-C095380C76FF}"/>
              </a:ext>
            </a:extLst>
          </p:cNvPr>
          <p:cNvSpPr>
            <a:spLocks xmlns:a="http://schemas.openxmlformats.org/drawingml/2006/main" noGrp="1"/>
          </p:cNvSpPr>
          <p:nvPr/>
        </p:nvSpPr>
        <p:spPr>
          <a:xfrm xmlns:a="http://schemas.openxmlformats.org/drawingml/2006/main">
            <a:off x="5334000" y="41910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xmlns:a="http://schemas.openxmlformats.org/drawingml/2006/main">
              <a:ext uri="{FF2B5EF4-FFF2-40B4-BE49-F238E27FC236}">
                <a16:creationId xmlns:a16="http://schemas.microsoft.com/office/drawing/2014/main" id="{FB545777-3A93-46AD-B3E0-2631B388AFF4}"/>
              </a:ext>
            </a:extLst>
          </p:cNvPr>
          <p:cNvSpPr>
            <a:spLocks xmlns:a="http://schemas.openxmlformats.org/drawingml/2006/main" noGrp="1"/>
          </p:cNvSpPr>
          <p:nvPr/>
        </p:nvSpPr>
        <p:spPr>
          <a:xfrm xmlns:a="http://schemas.openxmlformats.org/drawingml/2006/main">
            <a:off x="7467600" y="41910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xmlns:a="http://schemas.openxmlformats.org/drawingml/2006/main">
              <a:ext uri="{FF2B5EF4-FFF2-40B4-BE49-F238E27FC236}">
                <a16:creationId xmlns:a16="http://schemas.microsoft.com/office/drawing/2014/main" id="{3C77DA9F-A647-486F-87C1-3A6BA389185F}"/>
              </a:ext>
            </a:extLst>
          </p:cNvPr>
          <p:cNvSpPr>
            <a:spLocks xmlns:a="http://schemas.openxmlformats.org/drawingml/2006/main" noGrp="1"/>
          </p:cNvSpPr>
          <p:nvPr/>
        </p:nvSpPr>
        <p:spPr>
          <a:xfrm xmlns:a="http://schemas.openxmlformats.org/drawingml/2006/main">
            <a:off x="5334000" y="4667250"/>
            <a:ext cx="617220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ttangolo 26">
            <a:extLst xmlns:a="http://schemas.openxmlformats.org/drawingml/2006/main">
              <a:ext uri="{FF2B5EF4-FFF2-40B4-BE49-F238E27FC236}">
                <a16:creationId xmlns:a16="http://schemas.microsoft.com/office/drawing/2014/main" id="{8E6250E2-E927-4F06-BBD5-AC880A4A2AFA}"/>
              </a:ext>
            </a:extLst>
          </p:cNvPr>
          <p:cNvSpPr>
            <a:spLocks xmlns:a="http://schemas.openxmlformats.org/drawingml/2006/main" noGrp="1"/>
          </p:cNvSpPr>
          <p:nvPr/>
        </p:nvSpPr>
        <p:spPr>
          <a:xfrm xmlns:a="http://schemas.openxmlformats.org/drawingml/2006/main">
            <a:off x="5334000" y="4876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xmlns:a="http://schemas.openxmlformats.org/drawingml/2006/main">
              <a:ext uri="{FF2B5EF4-FFF2-40B4-BE49-F238E27FC236}">
                <a16:creationId xmlns:a16="http://schemas.microsoft.com/office/drawing/2014/main" id="{096B4D8D-5682-4A6A-9047-F2FEEF48A8B7}"/>
              </a:ext>
            </a:extLst>
          </p:cNvPr>
          <p:cNvSpPr>
            <a:spLocks xmlns:a="http://schemas.openxmlformats.org/drawingml/2006/main" noGrp="1"/>
          </p:cNvSpPr>
          <p:nvPr/>
        </p:nvSpPr>
        <p:spPr>
          <a:xfrm xmlns:a="http://schemas.openxmlformats.org/drawingml/2006/main">
            <a:off x="7467600" y="4876800"/>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xmlns:a="http://schemas.openxmlformats.org/drawingml/2006/main">
              <a:ext uri="{FF2B5EF4-FFF2-40B4-BE49-F238E27FC236}">
                <a16:creationId xmlns:a16="http://schemas.microsoft.com/office/drawing/2014/main" id="{61709ABF-C6C7-4CB5-B2B9-481AE4E3DAC9}"/>
              </a:ext>
            </a:extLst>
          </p:cNvPr>
          <p:cNvSpPr>
            <a:spLocks xmlns:a="http://schemas.openxmlformats.org/drawingml/2006/main" noGrp="1"/>
          </p:cNvSpPr>
          <p:nvPr/>
        </p:nvSpPr>
        <p:spPr>
          <a:xfrm xmlns:a="http://schemas.openxmlformats.org/drawingml/2006/main">
            <a:off x="5334000" y="5676900"/>
            <a:ext cx="6172200" cy="457200"/>
          </a:xfrm>
          <a:prstGeom xmlns:a="http://schemas.openxmlformats.org/drawingml/2006/main" prst="roundRect">
            <a:avLst>
              <a:gd name="adj" fmla="val 25000"/>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ttangolo 29">
            <a:extLst xmlns:a="http://schemas.openxmlformats.org/drawingml/2006/main">
              <a:ext uri="{FF2B5EF4-FFF2-40B4-BE49-F238E27FC236}">
                <a16:creationId xmlns:a16="http://schemas.microsoft.com/office/drawing/2014/main" id="{9FA4F0A5-3312-4D65-952B-9A4883F78124}"/>
              </a:ext>
            </a:extLst>
          </p:cNvPr>
          <p:cNvSpPr>
            <a:spLocks xmlns:a="http://schemas.openxmlformats.org/drawingml/2006/main" noGrp="1"/>
          </p:cNvSpPr>
          <p:nvPr/>
        </p:nvSpPr>
        <p:spPr>
          <a:xfrm xmlns:a="http://schemas.openxmlformats.org/drawingml/2006/main">
            <a:off x="5562600" y="58007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sld>
</file>

<file path=ppt/slides/slide14.xml><?xml version="1.0" encoding="utf-8"?>
<p:sld xmlns:p="http://schemas.openxmlformats.org/presentationml/2006/main">
  <p:cSld>
    <p:bg>
      <p:bgPr>
        <a:solidFill xmlns:a="http://schemas.openxmlformats.org/drawingml/2006/main">
          <a:srgbClr val="233A70"/>
        </a:solidFill>
      </p:bgPr>
    </p:bg>
    <p:spTree>
      <p:nvGrpSpPr>
        <p:cNvPr id="1" name=""/>
        <p:cNvGrpSpPr/>
        <p:nvPr/>
      </p:nvGrpSpPr>
      <p:grpSpPr>
        <a:xfrm xmlns:a="http://schemas.openxmlformats.org/drawingml/2006/main"/>
      </p:grpSpPr>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a1b6f5068a4840b3"/>
          <a:srcRect xmlns:a="http://schemas.openxmlformats.org/drawingml/2006/main" l="0" t="0" r="0" b="0"/>
          <a:stretch xmlns:a="http://schemas.openxmlformats.org/drawingml/2006/main">
            <a:fillRect l="0" t="0" r="0" b="0"/>
          </a:stretch>
        </p:blipFill>
        <p:spPr>
          <a:xfrm xmlns:a="http://schemas.openxmlformats.org/drawingml/2006/main">
            <a:off x="9812751" y="400050"/>
            <a:ext cx="1424748" cy="1695450"/>
          </a:xfrm>
          <a:prstGeom xmlns:a="http://schemas.openxmlformats.org/drawingml/2006/main" prst="rect">
            <a:avLst/>
          </a:prstGeom>
        </p:spPr>
      </p:pic>
      <p:sp>
        <p:nvSpPr>
          <p:cNvPr id="2" name="Rettangolo 1">
            <a:extLst xmlns:a="http://schemas.openxmlformats.org/drawingml/2006/main">
              <a:ext uri="{FF2B5EF4-FFF2-40B4-BE49-F238E27FC236}">
                <a16:creationId xmlns:a16="http://schemas.microsoft.com/office/drawing/2014/main" id="{96233C98-1682-4713-96AF-301D7793CFAD}"/>
              </a:ext>
            </a:extLst>
          </p:cNvPr>
          <p:cNvSpPr>
            <a:spLocks xmlns:a="http://schemas.openxmlformats.org/drawingml/2006/main" noGrp="1"/>
          </p:cNvSpPr>
          <p:nvPr/>
        </p:nvSpPr>
        <p:spPr>
          <a:xfrm xmlns:a="http://schemas.openxmlformats.org/drawingml/2006/main">
            <a:off x="685800" y="685800"/>
            <a:ext cx="876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xmlns:a="http://schemas.openxmlformats.org/drawingml/2006/main">
              <a:ext uri="{FF2B5EF4-FFF2-40B4-BE49-F238E27FC236}">
                <a16:creationId xmlns:a16="http://schemas.microsoft.com/office/drawing/2014/main" id="{406CEE45-9954-4129-B4CC-8763B90B9FE7}"/>
              </a:ext>
            </a:extLst>
          </p:cNvPr>
          <p:cNvSpPr>
            <a:spLocks xmlns:a="http://schemas.openxmlformats.org/drawingml/2006/main" noGrp="1"/>
          </p:cNvSpPr>
          <p:nvPr/>
        </p:nvSpPr>
        <p:spPr>
          <a:xfrm xmlns:a="http://schemas.openxmlformats.org/drawingml/2006/main">
            <a:off x="685800" y="2381250"/>
            <a:ext cx="2000250" cy="66675"/>
          </a:xfrm>
          <a:prstGeom xmlns:a="http://schemas.openxmlformats.org/drawingml/2006/main" prst="rect">
            <a:avLst/>
          </a:prstGeom>
          <a:solidFill xmlns:a="http://schemas.openxmlformats.org/drawingml/2006/main">
            <a:srgbClr val="14B9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87ACFBC-5913-4A14-A572-7C43C4E614CE}"/>
              </a:ext>
            </a:extLst>
          </p:cNvPr>
          <p:cNvSpPr>
            <a:spLocks xmlns:a="http://schemas.openxmlformats.org/drawingml/2006/main" noGrp="1"/>
          </p:cNvSpPr>
          <p:nvPr/>
        </p:nvSpPr>
        <p:spPr>
          <a:xfrm xmlns:a="http://schemas.openxmlformats.org/drawingml/2006/main">
            <a:off x="685800" y="2857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xmlns:a="http://schemas.openxmlformats.org/drawingml/2006/main">
              <a:ext uri="{FF2B5EF4-FFF2-40B4-BE49-F238E27FC236}">
                <a16:creationId xmlns:a16="http://schemas.microsoft.com/office/drawing/2014/main" id="{A7447639-7A70-4861-8213-2179225B1DA5}"/>
              </a:ext>
            </a:extLst>
          </p:cNvPr>
          <p:cNvSpPr>
            <a:spLocks xmlns:a="http://schemas.openxmlformats.org/drawingml/2006/main" noGrp="1"/>
          </p:cNvSpPr>
          <p:nvPr/>
        </p:nvSpPr>
        <p:spPr>
          <a:xfrm xmlns:a="http://schemas.openxmlformats.org/drawingml/2006/main">
            <a:off x="1428750" y="28384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xmlns:a="http://schemas.openxmlformats.org/drawingml/2006/main">
              <a:ext uri="{FF2B5EF4-FFF2-40B4-BE49-F238E27FC236}">
                <a16:creationId xmlns:a16="http://schemas.microsoft.com/office/drawing/2014/main" id="{1450CA5E-FC35-430A-9031-A11896E280CD}"/>
              </a:ext>
            </a:extLst>
          </p:cNvPr>
          <p:cNvSpPr>
            <a:spLocks xmlns:a="http://schemas.openxmlformats.org/drawingml/2006/main" noGrp="1"/>
          </p:cNvSpPr>
          <p:nvPr/>
        </p:nvSpPr>
        <p:spPr>
          <a:xfrm xmlns:a="http://schemas.openxmlformats.org/drawingml/2006/main">
            <a:off x="1428750" y="352425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4B48416-48C8-47F4-8298-4F17F973B71A}"/>
              </a:ext>
            </a:extLst>
          </p:cNvPr>
          <p:cNvSpPr>
            <a:spLocks xmlns:a="http://schemas.openxmlformats.org/drawingml/2006/main" noGrp="1"/>
          </p:cNvSpPr>
          <p:nvPr/>
        </p:nvSpPr>
        <p:spPr>
          <a:xfrm xmlns:a="http://schemas.openxmlformats.org/drawingml/2006/main">
            <a:off x="685800" y="3752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02</a:t>
            </a:r>
          </a:p>
        </p:txBody>
      </p:sp>
      <p:sp>
        <p:nvSpPr>
          <p:cNvPr id="8" name="Rettangolo 7">
            <a:extLst xmlns:a="http://schemas.openxmlformats.org/drawingml/2006/main">
              <a:ext uri="{FF2B5EF4-FFF2-40B4-BE49-F238E27FC236}">
                <a16:creationId xmlns:a16="http://schemas.microsoft.com/office/drawing/2014/main" id="{988D7614-8FE3-475C-B612-F8C4E0C42486}"/>
              </a:ext>
            </a:extLst>
          </p:cNvPr>
          <p:cNvSpPr>
            <a:spLocks xmlns:a="http://schemas.openxmlformats.org/drawingml/2006/main" noGrp="1"/>
          </p:cNvSpPr>
          <p:nvPr/>
        </p:nvSpPr>
        <p:spPr>
          <a:xfrm xmlns:a="http://schemas.openxmlformats.org/drawingml/2006/main">
            <a:off x="1428750" y="37338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xmlns:a="http://schemas.openxmlformats.org/drawingml/2006/main">
              <a:ext uri="{FF2B5EF4-FFF2-40B4-BE49-F238E27FC236}">
                <a16:creationId xmlns:a16="http://schemas.microsoft.com/office/drawing/2014/main" id="{9FD6AFD3-88FF-4DC9-A60E-DD29C11BBE0F}"/>
              </a:ext>
            </a:extLst>
          </p:cNvPr>
          <p:cNvSpPr>
            <a:spLocks xmlns:a="http://schemas.openxmlformats.org/drawingml/2006/main" noGrp="1"/>
          </p:cNvSpPr>
          <p:nvPr/>
        </p:nvSpPr>
        <p:spPr>
          <a:xfrm xmlns:a="http://schemas.openxmlformats.org/drawingml/2006/main">
            <a:off x="1428750" y="4419600"/>
            <a:ext cx="8858250" cy="9525"/>
          </a:xfrm>
          <a:prstGeom xmlns:a="http://schemas.openxmlformats.org/drawingml/2006/main" prst="rect">
            <a:avLst/>
          </a:prstGeom>
          <a:solidFill xmlns:a="http://schemas.openxmlformats.org/drawingml/2006/main">
            <a:srgbClr val="536A9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82DD1464-6B69-4824-9D72-F6913E53C22E}"/>
              </a:ext>
            </a:extLst>
          </p:cNvPr>
          <p:cNvSpPr>
            <a:spLocks xmlns:a="http://schemas.openxmlformats.org/drawingml/2006/main" noGrp="1"/>
          </p:cNvSpPr>
          <p:nvPr/>
        </p:nvSpPr>
        <p:spPr>
          <a:xfrm xmlns:a="http://schemas.openxmlformats.org/drawingml/2006/main">
            <a:off x="685800" y="46482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xmlns:a="http://schemas.openxmlformats.org/drawingml/2006/main">
              <a:ext uri="{FF2B5EF4-FFF2-40B4-BE49-F238E27FC236}">
                <a16:creationId xmlns:a16="http://schemas.microsoft.com/office/drawing/2014/main" id="{CE069915-8C7F-4D66-A75C-DE9F676A9B58}"/>
              </a:ext>
            </a:extLst>
          </p:cNvPr>
          <p:cNvSpPr>
            <a:spLocks xmlns:a="http://schemas.openxmlformats.org/drawingml/2006/main" noGrp="1"/>
          </p:cNvSpPr>
          <p:nvPr/>
        </p:nvSpPr>
        <p:spPr>
          <a:xfrm xmlns:a="http://schemas.openxmlformats.org/drawingml/2006/main">
            <a:off x="1428750" y="46291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xmlns:a="http://schemas.openxmlformats.org/drawingml/2006/main">
              <a:ext uri="{FF2B5EF4-FFF2-40B4-BE49-F238E27FC236}">
                <a16:creationId xmlns:a16="http://schemas.microsoft.com/office/drawing/2014/main" id="{C5DB9022-7C6B-4FD6-BD9F-B0933F2FF931}"/>
              </a:ext>
            </a:extLst>
          </p:cNvPr>
          <p:cNvSpPr>
            <a:spLocks xmlns:a="http://schemas.openxmlformats.org/drawingml/2006/main" noGrp="1"/>
          </p:cNvSpPr>
          <p:nvPr/>
        </p:nvSpPr>
        <p:spPr>
          <a:xfrm xmlns:a="http://schemas.openxmlformats.org/drawingml/2006/main">
            <a:off x="685800" y="59626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p:txBody>
      </p:sp>
      <p:sp>
        <p:nvSpPr>
          <p:cNvPr id="13" name="Rettangolo 12">
            <a:extLst xmlns:a="http://schemas.openxmlformats.org/drawingml/2006/main">
              <a:ext uri="{FF2B5EF4-FFF2-40B4-BE49-F238E27FC236}">
                <a16:creationId xmlns:a16="http://schemas.microsoft.com/office/drawing/2014/main" id="{E270C321-849E-4038-B40F-9F6AE5428309}"/>
              </a:ext>
            </a:extLst>
          </p:cNvPr>
          <p:cNvSpPr>
            <a:spLocks xmlns:a="http://schemas.openxmlformats.org/drawingml/2006/main" noGrp="1"/>
          </p:cNvSpPr>
          <p:nvPr/>
        </p:nvSpPr>
        <p:spPr>
          <a:xfrm xmlns:a="http://schemas.openxmlformats.org/drawingml/2006/main">
            <a:off x="8972550" y="6038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p:txBody>
      </p:sp>
    </p:spTree>
    <p:extLst>
      <p:ext uri="{BB962C8B-B14F-4D97-AF65-F5344CB8AC3E}">
        <p14:creationId xmlns:p14="http://schemas.microsoft.com/office/powerpoint/2010/main" val="1025552198"/>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84FC9E0B-46E5-4605-AE89-120F1A80974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E9CEC47-2C9E-4DEB-B3A5-380688C3D463}"/>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xmlns:a="http://schemas.openxmlformats.org/drawingml/2006/main">
              <a:ext uri="{FF2B5EF4-FFF2-40B4-BE49-F238E27FC236}">
                <a16:creationId xmlns:a16="http://schemas.microsoft.com/office/drawing/2014/main" id="{3671D975-C3C7-4CFA-BB40-CDE2E47A6DB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0E5654D2-637C-43AD-B298-14213A7CA3D8}"/>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8439A926-BBAF-40CB-B5E7-23C236A118D8}"/>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B1</a:t>
            </a:r>
          </a:p>
        </p:txBody>
      </p:sp>
      <p:sp>
        <p:nvSpPr>
          <p:cNvPr id="6" name="Rettangolo 5">
            <a:extLst xmlns:a="http://schemas.openxmlformats.org/drawingml/2006/main">
              <a:ext uri="{FF2B5EF4-FFF2-40B4-BE49-F238E27FC236}">
                <a16:creationId xmlns:a16="http://schemas.microsoft.com/office/drawing/2014/main" id="{C0C9D87E-20DC-47FA-8CCE-629AA967F5EB}"/>
              </a:ext>
            </a:extLst>
          </p:cNvPr>
          <p:cNvSpPr>
            <a:spLocks xmlns:a="http://schemas.openxmlformats.org/drawingml/2006/main" noGrp="1"/>
          </p:cNvSpPr>
          <p:nvPr/>
        </p:nvSpPr>
        <p:spPr>
          <a:xfrm xmlns:a="http://schemas.openxmlformats.org/drawingml/2006/main">
            <a:off x="685800" y="14668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xmlns:a="http://schemas.openxmlformats.org/drawingml/2006/main">
              <a:ext uri="{FF2B5EF4-FFF2-40B4-BE49-F238E27FC236}">
                <a16:creationId xmlns:a16="http://schemas.microsoft.com/office/drawing/2014/main" id="{2CE69233-BFB9-41EB-979C-EA89A8DFDF59}"/>
              </a:ext>
            </a:extLst>
          </p:cNvPr>
          <p:cNvSpPr>
            <a:spLocks xmlns:a="http://schemas.openxmlformats.org/drawingml/2006/main" noGrp="1"/>
          </p:cNvSpPr>
          <p:nvPr/>
        </p:nvSpPr>
        <p:spPr>
          <a:xfrm xmlns:a="http://schemas.openxmlformats.org/drawingml/2006/main">
            <a:off x="2000250" y="146685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xmlns:a="http://schemas.openxmlformats.org/drawingml/2006/main">
              <a:ext uri="{FF2B5EF4-FFF2-40B4-BE49-F238E27FC236}">
                <a16:creationId xmlns:a16="http://schemas.microsoft.com/office/drawing/2014/main" id="{21C60FC9-62A2-4C61-8FF4-834622D26C25}"/>
              </a:ext>
            </a:extLst>
          </p:cNvPr>
          <p:cNvSpPr>
            <a:spLocks xmlns:a="http://schemas.openxmlformats.org/drawingml/2006/main" noGrp="1"/>
          </p:cNvSpPr>
          <p:nvPr/>
        </p:nvSpPr>
        <p:spPr>
          <a:xfrm xmlns:a="http://schemas.openxmlformats.org/drawingml/2006/main">
            <a:off x="2000250" y="224790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E6437C9-09C1-42B9-9D92-FAEBBDA67E6F}"/>
              </a:ext>
            </a:extLst>
          </p:cNvPr>
          <p:cNvSpPr>
            <a:spLocks xmlns:a="http://schemas.openxmlformats.org/drawingml/2006/main" noGrp="1"/>
          </p:cNvSpPr>
          <p:nvPr/>
        </p:nvSpPr>
        <p:spPr>
          <a:xfrm xmlns:a="http://schemas.openxmlformats.org/drawingml/2006/main">
            <a:off x="685800" y="246697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xmlns:a="http://schemas.openxmlformats.org/drawingml/2006/main">
              <a:ext uri="{FF2B5EF4-FFF2-40B4-BE49-F238E27FC236}">
                <a16:creationId xmlns:a16="http://schemas.microsoft.com/office/drawing/2014/main" id="{D47212FC-48F3-41EC-9CC7-4DD7E3283F95}"/>
              </a:ext>
            </a:extLst>
          </p:cNvPr>
          <p:cNvSpPr>
            <a:spLocks xmlns:a="http://schemas.openxmlformats.org/drawingml/2006/main" noGrp="1"/>
          </p:cNvSpPr>
          <p:nvPr/>
        </p:nvSpPr>
        <p:spPr>
          <a:xfrm xmlns:a="http://schemas.openxmlformats.org/drawingml/2006/main">
            <a:off x="2000250" y="246697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xmlns:a="http://schemas.openxmlformats.org/drawingml/2006/main">
              <a:ext uri="{FF2B5EF4-FFF2-40B4-BE49-F238E27FC236}">
                <a16:creationId xmlns:a16="http://schemas.microsoft.com/office/drawing/2014/main" id="{4C1C58C5-07A3-4CA4-BB48-B55541E160B0}"/>
              </a:ext>
            </a:extLst>
          </p:cNvPr>
          <p:cNvSpPr>
            <a:spLocks xmlns:a="http://schemas.openxmlformats.org/drawingml/2006/main" noGrp="1"/>
          </p:cNvSpPr>
          <p:nvPr/>
        </p:nvSpPr>
        <p:spPr>
          <a:xfrm xmlns:a="http://schemas.openxmlformats.org/drawingml/2006/main">
            <a:off x="2000250" y="3248025"/>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16756826-4AF4-44E9-AEA3-B34F4931B102}"/>
              </a:ext>
            </a:extLst>
          </p:cNvPr>
          <p:cNvSpPr>
            <a:spLocks xmlns:a="http://schemas.openxmlformats.org/drawingml/2006/main" noGrp="1"/>
          </p:cNvSpPr>
          <p:nvPr/>
        </p:nvSpPr>
        <p:spPr>
          <a:xfrm xmlns:a="http://schemas.openxmlformats.org/drawingml/2006/main">
            <a:off x="685800" y="3467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xmlns:a="http://schemas.openxmlformats.org/drawingml/2006/main">
              <a:ext uri="{FF2B5EF4-FFF2-40B4-BE49-F238E27FC236}">
                <a16:creationId xmlns:a16="http://schemas.microsoft.com/office/drawing/2014/main" id="{346DA074-5DB2-4080-A017-58881045F2EB}"/>
              </a:ext>
            </a:extLst>
          </p:cNvPr>
          <p:cNvSpPr>
            <a:spLocks xmlns:a="http://schemas.openxmlformats.org/drawingml/2006/main" noGrp="1"/>
          </p:cNvSpPr>
          <p:nvPr/>
        </p:nvSpPr>
        <p:spPr>
          <a:xfrm xmlns:a="http://schemas.openxmlformats.org/drawingml/2006/main">
            <a:off x="2000250" y="3467100"/>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xmlns:a="http://schemas.openxmlformats.org/drawingml/2006/main">
              <a:ext uri="{FF2B5EF4-FFF2-40B4-BE49-F238E27FC236}">
                <a16:creationId xmlns:a16="http://schemas.microsoft.com/office/drawing/2014/main" id="{889BFF6A-0AC6-41F8-ACE2-0A4C4610C426}"/>
              </a:ext>
            </a:extLst>
          </p:cNvPr>
          <p:cNvSpPr>
            <a:spLocks xmlns:a="http://schemas.openxmlformats.org/drawingml/2006/main" noGrp="1"/>
          </p:cNvSpPr>
          <p:nvPr/>
        </p:nvSpPr>
        <p:spPr>
          <a:xfrm xmlns:a="http://schemas.openxmlformats.org/drawingml/2006/main">
            <a:off x="2000250" y="4248150"/>
            <a:ext cx="9505950" cy="952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66853AED-6463-4B5B-A2DD-E44819CAF7D8}"/>
              </a:ext>
            </a:extLst>
          </p:cNvPr>
          <p:cNvSpPr>
            <a:spLocks xmlns:a="http://schemas.openxmlformats.org/drawingml/2006/main" noGrp="1"/>
          </p:cNvSpPr>
          <p:nvPr/>
        </p:nvSpPr>
        <p:spPr>
          <a:xfrm xmlns:a="http://schemas.openxmlformats.org/drawingml/2006/main">
            <a:off x="685800" y="4467225"/>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xmlns:a="http://schemas.openxmlformats.org/drawingml/2006/main">
              <a:ext uri="{FF2B5EF4-FFF2-40B4-BE49-F238E27FC236}">
                <a16:creationId xmlns:a16="http://schemas.microsoft.com/office/drawing/2014/main" id="{6524EA49-2AAE-4745-B332-0434260C06F8}"/>
              </a:ext>
            </a:extLst>
          </p:cNvPr>
          <p:cNvSpPr>
            <a:spLocks xmlns:a="http://schemas.openxmlformats.org/drawingml/2006/main" noGrp="1"/>
          </p:cNvSpPr>
          <p:nvPr/>
        </p:nvSpPr>
        <p:spPr>
          <a:xfrm xmlns:a="http://schemas.openxmlformats.org/drawingml/2006/main">
            <a:off x="2000250" y="4467225"/>
            <a:ext cx="950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xmlns:a="http://schemas.openxmlformats.org/drawingml/2006/main">
              <a:ext uri="{FF2B5EF4-FFF2-40B4-BE49-F238E27FC236}">
                <a16:creationId xmlns:a16="http://schemas.microsoft.com/office/drawing/2014/main" id="{A2A1A18D-89F3-4B35-9E6B-FF22B6E99FEB}"/>
              </a:ext>
            </a:extLst>
          </p:cNvPr>
          <p:cNvSpPr>
            <a:spLocks xmlns:a="http://schemas.openxmlformats.org/drawingml/2006/main" noGrp="1"/>
          </p:cNvSpPr>
          <p:nvPr/>
        </p:nvSpPr>
        <p:spPr>
          <a:xfrm xmlns:a="http://schemas.openxmlformats.org/drawingml/2006/main">
            <a:off x="1695450" y="5657850"/>
            <a:ext cx="8801100" cy="552450"/>
          </a:xfrm>
          <a:prstGeom xmlns:a="http://schemas.openxmlformats.org/drawingml/2006/main" prst="roundRect">
            <a:avLst>
              <a:gd name="adj" fmla="val 24138"/>
            </a:avLst>
          </a:prstGeom>
          <a:solidFill xmlns:a="http://schemas.openxmlformats.org/drawingml/2006/main">
            <a:srgbClr val="E9EEF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73F03E5-3A3D-4C28-AB4A-460511D330F5}"/>
              </a:ext>
            </a:extLst>
          </p:cNvPr>
          <p:cNvSpPr>
            <a:spLocks xmlns:a="http://schemas.openxmlformats.org/drawingml/2006/main" noGrp="1"/>
          </p:cNvSpPr>
          <p:nvPr/>
        </p:nvSpPr>
        <p:spPr>
          <a:xfrm xmlns:a="http://schemas.openxmlformats.org/drawingml/2006/main">
            <a:off x="1943100" y="5810250"/>
            <a:ext cx="830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Rettangolo 13">
            <a:extLst xmlns:a="http://schemas.openxmlformats.org/drawingml/2006/main">
              <a:ext uri="{FF2B5EF4-FFF2-40B4-BE49-F238E27FC236}">
                <a16:creationId xmlns:a16="http://schemas.microsoft.com/office/drawing/2014/main" id="{CA8BCD57-59D3-4186-B677-2B942AA426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A664D4C8-DB63-4397-A1DC-38A731E7A802}"/>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evaluation paths</a:t>
            </a:r>
          </a:p>
        </p:txBody>
      </p:sp>
      <p:sp>
        <p:nvSpPr>
          <p:cNvPr id="3" name="Rettangolo 2">
            <a:extLst xmlns:a="http://schemas.openxmlformats.org/drawingml/2006/main">
              <a:ext uri="{FF2B5EF4-FFF2-40B4-BE49-F238E27FC236}">
                <a16:creationId xmlns:a16="http://schemas.microsoft.com/office/drawing/2014/main" id="{050033A1-00F7-455E-B3DC-9BB2071622D8}"/>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FF74B47-9C30-488E-854C-6081B30E2431}"/>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0F11E95E-70A3-42C7-A98E-2E58DEE52D6D}"/>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B2</a:t>
            </a:r>
          </a:p>
        </p:txBody>
      </p:sp>
      <p:sp>
        <p:nvSpPr>
          <p:cNvPr id="6" name="Rettangolo con angoli arrotondati 5">
            <a:extLst xmlns:a="http://schemas.openxmlformats.org/drawingml/2006/main">
              <a:ext uri="{FF2B5EF4-FFF2-40B4-BE49-F238E27FC236}">
                <a16:creationId xmlns:a16="http://schemas.microsoft.com/office/drawing/2014/main" id="{A0B79341-B31C-49EA-9E0A-6023304E20C5}"/>
              </a:ext>
            </a:extLst>
          </p:cNvPr>
          <p:cNvSpPr>
            <a:spLocks xmlns:a="http://schemas.openxmlformats.org/drawingml/2006/main" noGrp="1"/>
          </p:cNvSpPr>
          <p:nvPr/>
        </p:nvSpPr>
        <p:spPr>
          <a:xfrm xmlns:a="http://schemas.openxmlformats.org/drawingml/2006/main">
            <a:off x="685800" y="1409700"/>
            <a:ext cx="5143500" cy="3257550"/>
          </a:xfrm>
          <a:prstGeom xmlns:a="http://schemas.openxmlformats.org/drawingml/2006/main" prst="roundRect">
            <a:avLst>
              <a:gd name="adj" fmla="val 5263"/>
            </a:avLst>
          </a:prstGeom>
          <a:solidFill xmlns:a="http://schemas.openxmlformats.org/drawingml/2006/main">
            <a:srgbClr val="FBEA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876C10F7-B22F-4E20-B37B-5B6B6D900D7F}"/>
              </a:ext>
            </a:extLst>
          </p:cNvPr>
          <p:cNvSpPr>
            <a:spLocks xmlns:a="http://schemas.openxmlformats.org/drawingml/2006/main" noGrp="1"/>
          </p:cNvSpPr>
          <p:nvPr/>
        </p:nvSpPr>
        <p:spPr>
          <a:xfrm xmlns:a="http://schemas.openxmlformats.org/drawingml/2006/main">
            <a:off x="9906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xmlns:a="http://schemas.openxmlformats.org/drawingml/2006/main">
              <a:ext uri="{FF2B5EF4-FFF2-40B4-BE49-F238E27FC236}">
                <a16:creationId xmlns:a16="http://schemas.microsoft.com/office/drawing/2014/main" id="{447AD97F-196E-4136-B002-B51E79441679}"/>
              </a:ext>
            </a:extLst>
          </p:cNvPr>
          <p:cNvSpPr>
            <a:spLocks xmlns:a="http://schemas.openxmlformats.org/drawingml/2006/main" noGrp="1"/>
          </p:cNvSpPr>
          <p:nvPr/>
        </p:nvSpPr>
        <p:spPr>
          <a:xfrm xmlns:a="http://schemas.openxmlformats.org/drawingml/2006/main">
            <a:off x="11811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xmlns:a="http://schemas.openxmlformats.org/drawingml/2006/main">
              <a:ext uri="{FF2B5EF4-FFF2-40B4-BE49-F238E27FC236}">
                <a16:creationId xmlns:a16="http://schemas.microsoft.com/office/drawing/2014/main" id="{0CD6EE3C-FCAC-4DB0-A388-5E60E7E7628B}"/>
              </a:ext>
            </a:extLst>
          </p:cNvPr>
          <p:cNvSpPr>
            <a:spLocks xmlns:a="http://schemas.openxmlformats.org/drawingml/2006/main" noGrp="1"/>
          </p:cNvSpPr>
          <p:nvPr/>
        </p:nvSpPr>
        <p:spPr>
          <a:xfrm xmlns:a="http://schemas.openxmlformats.org/drawingml/2006/main">
            <a:off x="6362700" y="1409700"/>
            <a:ext cx="5143500" cy="3257550"/>
          </a:xfrm>
          <a:prstGeom xmlns:a="http://schemas.openxmlformats.org/drawingml/2006/main" prst="roundRect">
            <a:avLst>
              <a:gd name="adj" fmla="val 5263"/>
            </a:avLst>
          </a:prstGeom>
          <a:solidFill xmlns:a="http://schemas.openxmlformats.org/drawingml/2006/main">
            <a:srgbClr val="E7F8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5A293CCE-1472-41B6-8448-5C544B376364}"/>
              </a:ext>
            </a:extLst>
          </p:cNvPr>
          <p:cNvSpPr>
            <a:spLocks xmlns:a="http://schemas.openxmlformats.org/drawingml/2006/main" noGrp="1"/>
          </p:cNvSpPr>
          <p:nvPr/>
        </p:nvSpPr>
        <p:spPr>
          <a:xfrm xmlns:a="http://schemas.openxmlformats.org/drawingml/2006/main">
            <a:off x="6667500" y="1695450"/>
            <a:ext cx="453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xmlns:a="http://schemas.openxmlformats.org/drawingml/2006/main">
              <a:ext uri="{FF2B5EF4-FFF2-40B4-BE49-F238E27FC236}">
                <a16:creationId xmlns:a16="http://schemas.microsoft.com/office/drawing/2014/main" id="{B8E10F48-906E-437E-B425-B1CDC1DAE933}"/>
              </a:ext>
            </a:extLst>
          </p:cNvPr>
          <p:cNvSpPr>
            <a:spLocks xmlns:a="http://schemas.openxmlformats.org/drawingml/2006/main" noGrp="1"/>
          </p:cNvSpPr>
          <p:nvPr/>
        </p:nvSpPr>
        <p:spPr>
          <a:xfrm xmlns:a="http://schemas.openxmlformats.org/drawingml/2006/main">
            <a:off x="6858000" y="2209800"/>
            <a:ext cx="4095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xmlns:a="http://schemas.openxmlformats.org/drawingml/2006/main">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xmlns:a="http://schemas.openxmlformats.org/drawingml/2006/main">
              <a:ext uri="{FF2B5EF4-FFF2-40B4-BE49-F238E27FC236}">
                <a16:creationId xmlns:a16="http://schemas.microsoft.com/office/drawing/2014/main" id="{CE895620-102C-4121-BF90-C416D624A75E}"/>
              </a:ext>
            </a:extLst>
          </p:cNvPr>
          <p:cNvSpPr>
            <a:spLocks xmlns:a="http://schemas.openxmlformats.org/drawingml/2006/main" noGrp="1"/>
          </p:cNvSpPr>
          <p:nvPr/>
        </p:nvSpPr>
        <p:spPr>
          <a:xfrm xmlns:a="http://schemas.openxmlformats.org/drawingml/2006/main">
            <a:off x="1123950" y="5067300"/>
            <a:ext cx="9944100" cy="914400"/>
          </a:xfrm>
          <a:prstGeom xmlns:a="http://schemas.openxmlformats.org/drawingml/2006/main" prst="roundRect">
            <a:avLst>
              <a:gd name="adj" fmla="val 16667"/>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ttangolo 12">
            <a:extLst xmlns:a="http://schemas.openxmlformats.org/drawingml/2006/main">
              <a:ext uri="{FF2B5EF4-FFF2-40B4-BE49-F238E27FC236}">
                <a16:creationId xmlns:a16="http://schemas.microsoft.com/office/drawing/2014/main" id="{C9987658-DB36-4069-BD7C-3C01444A007E}"/>
              </a:ext>
            </a:extLst>
          </p:cNvPr>
          <p:cNvSpPr>
            <a:spLocks xmlns:a="http://schemas.openxmlformats.org/drawingml/2006/main" noGrp="1"/>
          </p:cNvSpPr>
          <p:nvPr/>
        </p:nvSpPr>
        <p:spPr>
          <a:xfrm xmlns:a="http://schemas.openxmlformats.org/drawingml/2006/main">
            <a:off x="1428750" y="527685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98046221"/>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Rettangolo 23">
            <a:extLst xmlns:a="http://schemas.openxmlformats.org/drawingml/2006/main">
              <a:ext uri="{FF2B5EF4-FFF2-40B4-BE49-F238E27FC236}">
                <a16:creationId xmlns:a16="http://schemas.microsoft.com/office/drawing/2014/main" id="{132C68E0-F7BB-4D84-B514-2E0F71B3B1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7D20E475-2A5D-459D-8AAB-9F303C543F6A}"/>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xmlns:a="http://schemas.openxmlformats.org/drawingml/2006/main">
              <a:ext uri="{FF2B5EF4-FFF2-40B4-BE49-F238E27FC236}">
                <a16:creationId xmlns:a16="http://schemas.microsoft.com/office/drawing/2014/main" id="{5B5396AA-6D1B-4946-9C6D-8D0F818A01C1}"/>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AA3F1E25-2383-4EC9-B6D0-9445F682B414}"/>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49F56C24-1E99-42B1-9770-88B2B95F402B}"/>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B3</a:t>
            </a:r>
          </a:p>
        </p:txBody>
      </p:sp>
      <p:sp>
        <p:nvSpPr>
          <p:cNvPr id="6" name="Rettangolo 5">
            <a:extLst xmlns:a="http://schemas.openxmlformats.org/drawingml/2006/main">
              <a:ext uri="{FF2B5EF4-FFF2-40B4-BE49-F238E27FC236}">
                <a16:creationId xmlns:a16="http://schemas.microsoft.com/office/drawing/2014/main" id="{7C39DB82-1F28-4EF9-B5A0-94D0168F6F0D}"/>
              </a:ext>
            </a:extLst>
          </p:cNvPr>
          <p:cNvSpPr>
            <a:spLocks xmlns:a="http://schemas.openxmlformats.org/drawingml/2006/main" noGrp="1"/>
          </p:cNvSpPr>
          <p:nvPr/>
        </p:nvSpPr>
        <p:spPr>
          <a:xfrm xmlns:a="http://schemas.openxmlformats.org/drawingml/2006/main">
            <a:off x="1657350" y="2609850"/>
            <a:ext cx="8877300" cy="66675"/>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DD3F15EF-FC7C-4F92-836B-00742035B3B5}"/>
              </a:ext>
            </a:extLst>
          </p:cNvPr>
          <p:cNvSpPr>
            <a:spLocks xmlns:a="http://schemas.openxmlformats.org/drawingml/2006/main" noGrp="1"/>
          </p:cNvSpPr>
          <p:nvPr/>
        </p:nvSpPr>
        <p:spPr>
          <a:xfrm xmlns:a="http://schemas.openxmlformats.org/drawingml/2006/main">
            <a:off x="685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31A8BB3B-F18E-4303-80A6-E7E762AD1EB3}"/>
              </a:ext>
            </a:extLst>
          </p:cNvPr>
          <p:cNvSpPr>
            <a:spLocks xmlns:a="http://schemas.openxmlformats.org/drawingml/2006/main" noGrp="1"/>
          </p:cNvSpPr>
          <p:nvPr/>
        </p:nvSpPr>
        <p:spPr>
          <a:xfrm xmlns:a="http://schemas.openxmlformats.org/drawingml/2006/main">
            <a:off x="800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xmlns:a="http://schemas.openxmlformats.org/drawingml/2006/main">
              <a:ext uri="{FF2B5EF4-FFF2-40B4-BE49-F238E27FC236}">
                <a16:creationId xmlns:a16="http://schemas.microsoft.com/office/drawing/2014/main" id="{9DD03EAC-F71C-40B3-80E5-2DA59F31F6F8}"/>
              </a:ext>
            </a:extLst>
          </p:cNvPr>
          <p:cNvSpPr>
            <a:spLocks xmlns:a="http://schemas.openxmlformats.org/drawingml/2006/main" noGrp="1"/>
          </p:cNvSpPr>
          <p:nvPr/>
        </p:nvSpPr>
        <p:spPr>
          <a:xfrm xmlns:a="http://schemas.openxmlformats.org/drawingml/2006/main">
            <a:off x="800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xmlns:a="http://schemas.openxmlformats.org/drawingml/2006/main">
              <a:ext uri="{FF2B5EF4-FFF2-40B4-BE49-F238E27FC236}">
                <a16:creationId xmlns:a16="http://schemas.microsoft.com/office/drawing/2014/main" id="{2B26A88D-1776-4876-8181-037F2371B042}"/>
              </a:ext>
            </a:extLst>
          </p:cNvPr>
          <p:cNvSpPr>
            <a:spLocks xmlns:a="http://schemas.openxmlformats.org/drawingml/2006/main" noGrp="1"/>
          </p:cNvSpPr>
          <p:nvPr/>
        </p:nvSpPr>
        <p:spPr>
          <a:xfrm xmlns:a="http://schemas.openxmlformats.org/drawingml/2006/main">
            <a:off x="28765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9D87A7A1-41E2-4A42-8309-D39020B20FA2}"/>
              </a:ext>
            </a:extLst>
          </p:cNvPr>
          <p:cNvSpPr>
            <a:spLocks xmlns:a="http://schemas.openxmlformats.org/drawingml/2006/main" noGrp="1"/>
          </p:cNvSpPr>
          <p:nvPr/>
        </p:nvSpPr>
        <p:spPr>
          <a:xfrm xmlns:a="http://schemas.openxmlformats.org/drawingml/2006/main">
            <a:off x="29908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xmlns:a="http://schemas.openxmlformats.org/drawingml/2006/main">
              <a:ext uri="{FF2B5EF4-FFF2-40B4-BE49-F238E27FC236}">
                <a16:creationId xmlns:a16="http://schemas.microsoft.com/office/drawing/2014/main" id="{7C0978C2-178E-484C-97FD-18E4D03A80D0}"/>
              </a:ext>
            </a:extLst>
          </p:cNvPr>
          <p:cNvSpPr>
            <a:spLocks xmlns:a="http://schemas.openxmlformats.org/drawingml/2006/main" noGrp="1"/>
          </p:cNvSpPr>
          <p:nvPr/>
        </p:nvSpPr>
        <p:spPr>
          <a:xfrm xmlns:a="http://schemas.openxmlformats.org/drawingml/2006/main">
            <a:off x="29908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xmlns:a="http://schemas.openxmlformats.org/drawingml/2006/main">
              <a:ext uri="{FF2B5EF4-FFF2-40B4-BE49-F238E27FC236}">
                <a16:creationId xmlns:a16="http://schemas.microsoft.com/office/drawing/2014/main" id="{13E5A335-8E9A-4904-877C-CEBA763E0F88}"/>
              </a:ext>
            </a:extLst>
          </p:cNvPr>
          <p:cNvSpPr>
            <a:spLocks xmlns:a="http://schemas.openxmlformats.org/drawingml/2006/main" noGrp="1"/>
          </p:cNvSpPr>
          <p:nvPr/>
        </p:nvSpPr>
        <p:spPr>
          <a:xfrm xmlns:a="http://schemas.openxmlformats.org/drawingml/2006/main">
            <a:off x="5067300" y="1885950"/>
            <a:ext cx="1714500" cy="1428750"/>
          </a:xfrm>
          <a:prstGeom xmlns:a="http://schemas.openxmlformats.org/drawingml/2006/main" prst="roundRect">
            <a:avLst>
              <a:gd name="adj" fmla="val 10667"/>
            </a:avLst>
          </a:prstGeom>
          <a:solidFill xmlns:a="http://schemas.openxmlformats.org/drawingml/2006/main">
            <a:srgbClr val="E7F8F0"/>
          </a:solidFill>
          <a:ln xmlns:a="http://schemas.openxmlformats.org/drawingml/2006/main" w="9525">
            <a:solidFill>
              <a:srgbClr val="E7F8F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6933333C-7762-40B6-A335-488B04D01FE9}"/>
              </a:ext>
            </a:extLst>
          </p:cNvPr>
          <p:cNvSpPr>
            <a:spLocks xmlns:a="http://schemas.openxmlformats.org/drawingml/2006/main" noGrp="1"/>
          </p:cNvSpPr>
          <p:nvPr/>
        </p:nvSpPr>
        <p:spPr>
          <a:xfrm xmlns:a="http://schemas.openxmlformats.org/drawingml/2006/main">
            <a:off x="51816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xmlns:a="http://schemas.openxmlformats.org/drawingml/2006/main">
              <a:ext uri="{FF2B5EF4-FFF2-40B4-BE49-F238E27FC236}">
                <a16:creationId xmlns:a16="http://schemas.microsoft.com/office/drawing/2014/main" id="{D6C7E621-5366-4ADA-9F42-14FFFBD21670}"/>
              </a:ext>
            </a:extLst>
          </p:cNvPr>
          <p:cNvSpPr>
            <a:spLocks xmlns:a="http://schemas.openxmlformats.org/drawingml/2006/main" noGrp="1"/>
          </p:cNvSpPr>
          <p:nvPr/>
        </p:nvSpPr>
        <p:spPr>
          <a:xfrm xmlns:a="http://schemas.openxmlformats.org/drawingml/2006/main">
            <a:off x="51816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xmlns:a="http://schemas.openxmlformats.org/drawingml/2006/main">
              <a:ext uri="{FF2B5EF4-FFF2-40B4-BE49-F238E27FC236}">
                <a16:creationId xmlns:a16="http://schemas.microsoft.com/office/drawing/2014/main" id="{00315F4D-4D0F-46DA-8343-DC26FB1BF534}"/>
              </a:ext>
            </a:extLst>
          </p:cNvPr>
          <p:cNvSpPr>
            <a:spLocks xmlns:a="http://schemas.openxmlformats.org/drawingml/2006/main" noGrp="1"/>
          </p:cNvSpPr>
          <p:nvPr/>
        </p:nvSpPr>
        <p:spPr>
          <a:xfrm xmlns:a="http://schemas.openxmlformats.org/drawingml/2006/main">
            <a:off x="725805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0EF42E65-D8F5-4F54-9D14-D8F427D0CFD4}"/>
              </a:ext>
            </a:extLst>
          </p:cNvPr>
          <p:cNvSpPr>
            <a:spLocks xmlns:a="http://schemas.openxmlformats.org/drawingml/2006/main" noGrp="1"/>
          </p:cNvSpPr>
          <p:nvPr/>
        </p:nvSpPr>
        <p:spPr>
          <a:xfrm xmlns:a="http://schemas.openxmlformats.org/drawingml/2006/main">
            <a:off x="737235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xmlns:a="http://schemas.openxmlformats.org/drawingml/2006/main">
              <a:ext uri="{FF2B5EF4-FFF2-40B4-BE49-F238E27FC236}">
                <a16:creationId xmlns:a16="http://schemas.microsoft.com/office/drawing/2014/main" id="{8C403EC8-1210-44A7-826A-A435B28EDA3E}"/>
              </a:ext>
            </a:extLst>
          </p:cNvPr>
          <p:cNvSpPr>
            <a:spLocks xmlns:a="http://schemas.openxmlformats.org/drawingml/2006/main" noGrp="1"/>
          </p:cNvSpPr>
          <p:nvPr/>
        </p:nvSpPr>
        <p:spPr>
          <a:xfrm xmlns:a="http://schemas.openxmlformats.org/drawingml/2006/main">
            <a:off x="737235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xmlns:a="http://schemas.openxmlformats.org/drawingml/2006/main">
              <a:ext uri="{FF2B5EF4-FFF2-40B4-BE49-F238E27FC236}">
                <a16:creationId xmlns:a16="http://schemas.microsoft.com/office/drawing/2014/main" id="{44A407A9-0C70-42CE-96D8-4F4090679635}"/>
              </a:ext>
            </a:extLst>
          </p:cNvPr>
          <p:cNvSpPr>
            <a:spLocks xmlns:a="http://schemas.openxmlformats.org/drawingml/2006/main" noGrp="1"/>
          </p:cNvSpPr>
          <p:nvPr/>
        </p:nvSpPr>
        <p:spPr>
          <a:xfrm xmlns:a="http://schemas.openxmlformats.org/drawingml/2006/main">
            <a:off x="9448800" y="1885950"/>
            <a:ext cx="1714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9DEE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F11B0350-76FB-4DB6-9B42-178EBF016A42}"/>
              </a:ext>
            </a:extLst>
          </p:cNvPr>
          <p:cNvSpPr>
            <a:spLocks xmlns:a="http://schemas.openxmlformats.org/drawingml/2006/main" noGrp="1"/>
          </p:cNvSpPr>
          <p:nvPr/>
        </p:nvSpPr>
        <p:spPr>
          <a:xfrm xmlns:a="http://schemas.openxmlformats.org/drawingml/2006/main">
            <a:off x="9563100" y="2114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xmlns:a="http://schemas.openxmlformats.org/drawingml/2006/main">
              <a:ext uri="{FF2B5EF4-FFF2-40B4-BE49-F238E27FC236}">
                <a16:creationId xmlns:a16="http://schemas.microsoft.com/office/drawing/2014/main" id="{208868E6-4BF0-404D-BA6B-3AACD3C9C49D}"/>
              </a:ext>
            </a:extLst>
          </p:cNvPr>
          <p:cNvSpPr>
            <a:spLocks xmlns:a="http://schemas.openxmlformats.org/drawingml/2006/main" noGrp="1"/>
          </p:cNvSpPr>
          <p:nvPr/>
        </p:nvSpPr>
        <p:spPr>
          <a:xfrm xmlns:a="http://schemas.openxmlformats.org/drawingml/2006/main">
            <a:off x="9563100" y="253365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xmlns:a="http://schemas.openxmlformats.org/drawingml/2006/main">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xmlns:a="http://schemas.openxmlformats.org/drawingml/2006/main">
              <a:ext uri="{FF2B5EF4-FFF2-40B4-BE49-F238E27FC236}">
                <a16:creationId xmlns:a16="http://schemas.microsoft.com/office/drawing/2014/main" id="{143CDE96-C95C-4603-8D8F-39D3E4C03054}"/>
              </a:ext>
            </a:extLst>
          </p:cNvPr>
          <p:cNvSpPr>
            <a:spLocks xmlns:a="http://schemas.openxmlformats.org/drawingml/2006/main" noGrp="1"/>
          </p:cNvSpPr>
          <p:nvPr/>
        </p:nvSpPr>
        <p:spPr>
          <a:xfrm xmlns:a="http://schemas.openxmlformats.org/drawingml/2006/main">
            <a:off x="685800" y="39052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xmlns:a="http://schemas.openxmlformats.org/drawingml/2006/main">
              <a:ext uri="{FF2B5EF4-FFF2-40B4-BE49-F238E27FC236}">
                <a16:creationId xmlns:a16="http://schemas.microsoft.com/office/drawing/2014/main" id="{11FB0154-B506-4357-9ADE-0DC5A01E2B7D}"/>
              </a:ext>
            </a:extLst>
          </p:cNvPr>
          <p:cNvSpPr>
            <a:spLocks xmlns:a="http://schemas.openxmlformats.org/drawingml/2006/main" noGrp="1"/>
          </p:cNvSpPr>
          <p:nvPr/>
        </p:nvSpPr>
        <p:spPr>
          <a:xfrm xmlns:a="http://schemas.openxmlformats.org/drawingml/2006/main">
            <a:off x="1714500" y="4438650"/>
            <a:ext cx="8763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xmlns:a="http://schemas.openxmlformats.org/drawingml/2006/main">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ECFD6A99-8731-4DCC-8B9C-3FAB62ADD7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33A7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ttangolo 1">
            <a:extLst xmlns:a="http://schemas.openxmlformats.org/drawingml/2006/main">
              <a:ext uri="{FF2B5EF4-FFF2-40B4-BE49-F238E27FC236}">
                <a16:creationId xmlns:a16="http://schemas.microsoft.com/office/drawing/2014/main" id="{CFE25CF9-76BA-4D25-BF65-031D10FFFE1E}"/>
              </a:ext>
            </a:extLst>
          </p:cNvPr>
          <p:cNvSpPr>
            <a:spLocks xmlns:a="http://schemas.openxmlformats.org/drawingml/2006/main" noGrp="1"/>
          </p:cNvSpPr>
          <p:nvPr/>
        </p:nvSpPr>
        <p:spPr>
          <a:xfrm xmlns:a="http://schemas.openxmlformats.org/drawingml/2006/main">
            <a:off x="685800" y="7048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xmlns:a="http://schemas.openxmlformats.org/drawingml/2006/main">
              <a:ext uri="{FF2B5EF4-FFF2-40B4-BE49-F238E27FC236}">
                <a16:creationId xmlns:a16="http://schemas.microsoft.com/office/drawing/2014/main" id="{03D51E79-6B75-4622-885E-0AED5A111134}"/>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9DE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EE5EC74C-F846-4BB6-8F06-9C6093748B65}"/>
              </a:ext>
            </a:extLst>
          </p:cNvPr>
          <p:cNvSpPr>
            <a:spLocks xmlns:a="http://schemas.openxmlformats.org/drawingml/2006/main" noGrp="1"/>
          </p:cNvSpPr>
          <p:nvPr/>
        </p:nvSpPr>
        <p:spPr>
          <a:xfrm xmlns:a="http://schemas.openxmlformats.org/drawingml/2006/main">
            <a:off x="685800" y="65246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xmlns:a="http://schemas.openxmlformats.org/drawingml/2006/main">
              <a:ext uri="{FF2B5EF4-FFF2-40B4-BE49-F238E27FC236}">
                <a16:creationId xmlns:a16="http://schemas.microsoft.com/office/drawing/2014/main" id="{949061C5-1369-434C-85B4-B0C4550B3089}"/>
              </a:ext>
            </a:extLst>
          </p:cNvPr>
          <p:cNvSpPr>
            <a:spLocks xmlns:a="http://schemas.openxmlformats.org/drawingml/2006/main" noGrp="1"/>
          </p:cNvSpPr>
          <p:nvPr/>
        </p:nvSpPr>
        <p:spPr>
          <a:xfrm xmlns:a="http://schemas.openxmlformats.org/drawingml/2006/main">
            <a:off x="11049000" y="65246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B4</a:t>
            </a:r>
          </a:p>
        </p:txBody>
      </p:sp>
      <p:graphicFrame>
        <p:nvGraphicFramePr>
          <p:cNvPr id="16" name="Tabella 15"/>
          <p:cNvGraphicFramePr/>
          <p:nvPr/>
        </p:nvGraphicFramePr>
        <p:xfrm>
          <a:off xmlns:a="http://schemas.openxmlformats.org/drawingml/2006/main" x="685800" y="1485900"/>
          <a:ext xmlns:a="http://schemas.openxmlformats.org/drawingml/2006/main" cx="10820399" cy="3714750"/>
        </p:xfrm>
        <a:graphic xmlns:a="http://schemas.openxmlformats.org/drawingml/2006/main">
          <a:graphicData uri="http://schemas.openxmlformats.org/drawingml/2006/table">
            <a:tbl>
              <a:tblPr/>
              <a:tblGrid>
                <a:gridCol w="3216876"/>
                <a:gridCol w="1462216"/>
                <a:gridCol w="1462216"/>
                <a:gridCol w="1462216"/>
                <a:gridCol w="1462216"/>
                <a:gridCol w="1754659"/>
              </a:tblGrid>
              <a:tr h="514350">
                <a:tc>
                  <a:txBody>
                    <a:bodyPr/>
                    <a:lstStyle/>
                    <a:p>
                      <a:pPr algn="l">
                        <a:buNone/>
                      </a:pPr>
                      <a:r>
                        <a:rPr sz="1425" b="1">
                          <a:solidFill>
                            <a:srgbClr val="FFFFFF"/>
                          </a:solidFill>
                        </a:rPr>
                        <a:t>Configuration</a:t>
                      </a:r>
                    </a:p>
                  </a:txBody>
                  <a:tcPr marL="91440" marR="91440" marT="45720" marB="45720" anchor="ctr">
                    <a:solidFill>
                      <a:srgbClr val="233A70"/>
                    </a:solidFill>
                  </a:tcPr>
                </a:tc>
                <a:tc>
                  <a:txBody>
                    <a:bodyPr/>
                    <a:lstStyle/>
                    <a:p>
                      <a:pPr algn="ctr">
                        <a:buNone/>
                      </a:pPr>
                      <a:r>
                        <a:rPr sz="1425" b="1">
                          <a:solidFill>
                            <a:srgbClr val="FFFFFF"/>
                          </a:solidFill>
                        </a:rPr>
                        <a:t>Accuracy</a:t>
                      </a:r>
                    </a:p>
                  </a:txBody>
                  <a:tcPr marL="91440" marR="91440" marT="45720" marB="45720" anchor="ctr">
                    <a:solidFill>
                      <a:srgbClr val="233A70"/>
                    </a:solidFill>
                  </a:tcPr>
                </a:tc>
                <a:tc>
                  <a:txBody>
                    <a:bodyPr/>
                    <a:lstStyle/>
                    <a:p>
                      <a:pPr algn="ctr">
                        <a:buNone/>
                      </a:pPr>
                      <a:r>
                        <a:rPr sz="1425" b="1">
                          <a:solidFill>
                            <a:srgbClr val="FFFFFF"/>
                          </a:solidFill>
                        </a:rPr>
                        <a:t>Recall</a:t>
                      </a:r>
                    </a:p>
                  </a:txBody>
                  <a:tcPr marL="91440" marR="91440" marT="45720" marB="45720" anchor="ctr">
                    <a:solidFill>
                      <a:srgbClr val="233A70"/>
                    </a:solidFill>
                  </a:tcPr>
                </a:tc>
                <a:tc>
                  <a:txBody>
                    <a:bodyPr/>
                    <a:lstStyle/>
                    <a:p>
                      <a:pPr algn="ctr">
                        <a:buNone/>
                      </a:pPr>
                      <a:r>
                        <a:rPr sz="1425" b="1">
                          <a:solidFill>
                            <a:srgbClr val="FFFFFF"/>
                          </a:solidFill>
                        </a:rPr>
                        <a:t>FNR</a:t>
                      </a:r>
                    </a:p>
                  </a:txBody>
                  <a:tcPr marL="91440" marR="91440" marT="45720" marB="45720" anchor="ctr">
                    <a:solidFill>
                      <a:srgbClr val="233A70"/>
                    </a:solidFill>
                  </a:tcPr>
                </a:tc>
                <a:tc>
                  <a:txBody>
                    <a:bodyPr/>
                    <a:lstStyle/>
                    <a:p>
                      <a:pPr algn="ctr">
                        <a:buNone/>
                      </a:pPr>
                      <a:r>
                        <a:rPr sz="1425" b="1">
                          <a:solidFill>
                            <a:srgbClr val="FFFFFF"/>
                          </a:solidFill>
                        </a:rPr>
                        <a:t>FPR</a:t>
                      </a:r>
                    </a:p>
                  </a:txBody>
                  <a:tcPr marL="91440" marR="91440" marT="45720" marB="45720" anchor="ctr">
                    <a:solidFill>
                      <a:srgbClr val="233A70"/>
                    </a:solidFill>
                  </a:tcPr>
                </a:tc>
                <a:tc>
                  <a:txBody>
                    <a:bodyPr/>
                    <a:lstStyle/>
                    <a:p>
                      <a:pPr algn="ctr">
                        <a:buNone/>
                      </a:pPr>
                      <a:r>
                        <a:rPr sz="1425" b="1">
                          <a:solidFill>
                            <a:srgbClr val="FFFFFF"/>
                          </a:solidFill>
                        </a:rPr>
                        <a:t>OOD W-rate</a:t>
                      </a:r>
                    </a:p>
                  </a:txBody>
                  <a:tcPr marL="91440" marR="91440" marT="45720" marB="45720" anchor="ctr">
                    <a:solidFill>
                      <a:srgbClr val="233A70"/>
                    </a:solidFill>
                  </a:tcPr>
                </a:tc>
              </a:tr>
              <a:tr h="533400">
                <a:tc>
                  <a:txBody>
                    <a:bodyPr/>
                    <a:lstStyle/>
                    <a:p>
                      <a:pPr algn="l">
                        <a:buNone/>
                      </a:pPr>
                      <a:r>
                        <a:rPr sz="1425" b="1">
                          <a:solidFill>
                            <a:srgbClr val="172033"/>
                          </a:solidFill>
                        </a:rPr>
                        <a:t>Magnet.AI</a:t>
                      </a:r>
                    </a:p>
                  </a:txBody>
                  <a:tcPr marL="91440" marR="91440" marT="45720" marB="45720" anchor="ctr">
                    <a:solidFill>
                      <a:srgbClr val="FFFFFF"/>
                    </a:solidFill>
                  </a:tcPr>
                </a:tc>
                <a:tc>
                  <a:txBody>
                    <a:bodyPr/>
                    <a:lstStyle/>
                    <a:p>
                      <a:pPr algn="ctr">
                        <a:buNone/>
                      </a:pPr>
                      <a:r>
                        <a:rPr sz="1425" b="0">
                          <a:solidFill>
                            <a:srgbClr val="172033"/>
                          </a:solidFill>
                        </a:rPr>
                        <a:t>95.0%</a:t>
                      </a:r>
                    </a:p>
                  </a:txBody>
                  <a:tcPr marL="91440" marR="91440" marT="45720" marB="45720" anchor="ctr">
                    <a:solidFill>
                      <a:srgbClr val="FFFFFF"/>
                    </a:solidFill>
                  </a:tcPr>
                </a:tc>
                <a:tc>
                  <a:txBody>
                    <a:bodyPr/>
                    <a:lstStyle/>
                    <a:p>
                      <a:pPr algn="ctr">
                        <a:buNone/>
                      </a:pPr>
                      <a:r>
                        <a:rPr sz="1425" b="0">
                          <a:solidFill>
                            <a:srgbClr val="172033"/>
                          </a:solidFill>
                        </a:rPr>
                        <a:t>93.0%</a:t>
                      </a:r>
                    </a:p>
                  </a:txBody>
                  <a:tcPr marL="91440" marR="91440" marT="45720" marB="45720" anchor="ctr">
                    <a:solidFill>
                      <a:srgbClr val="FFFFFF"/>
                    </a:solidFill>
                  </a:tcPr>
                </a:tc>
                <a:tc>
                  <a:txBody>
                    <a:bodyPr/>
                    <a:lstStyle/>
                    <a:p>
                      <a:pPr algn="ctr">
                        <a:buNone/>
                      </a:pPr>
                      <a:r>
                        <a:rPr sz="1425" b="0">
                          <a:solidFill>
                            <a:srgbClr val="172033"/>
                          </a:solidFill>
                        </a:rPr>
                        <a:t>7.0%</a:t>
                      </a:r>
                    </a:p>
                  </a:txBody>
                  <a:tcPr marL="91440" marR="91440" marT="45720" marB="45720" anchor="ctr">
                    <a:solidFill>
                      <a:srgbClr val="FFFFFF"/>
                    </a:solidFill>
                  </a:tcPr>
                </a:tc>
                <a:tc>
                  <a:txBody>
                    <a:bodyPr/>
                    <a:lstStyle/>
                    <a:p>
                      <a:pPr algn="ctr">
                        <a:buNone/>
                      </a:pPr>
                      <a:r>
                        <a:rPr sz="1425" b="0">
                          <a:solidFill>
                            <a:srgbClr val="172033"/>
                          </a:solidFill>
                        </a:rPr>
                        <a:t>3.0%</a:t>
                      </a:r>
                    </a:p>
                  </a:txBody>
                  <a:tcPr marL="91440" marR="91440" marT="45720" marB="45720" anchor="ctr">
                    <a:solidFill>
                      <a:srgbClr val="FFFFFF"/>
                    </a:solidFill>
                  </a:tcPr>
                </a:tc>
                <a:tc>
                  <a:txBody>
                    <a:bodyPr/>
                    <a:lstStyle/>
                    <a:p>
                      <a:pPr algn="ctr">
                        <a:buNone/>
                      </a:pPr>
                      <a:r>
                        <a:rPr sz="1425" b="0">
                          <a:solidFill>
                            <a:srgbClr val="172033"/>
                          </a:solidFill>
                        </a:rPr>
                        <a:t>36.0%</a:t>
                      </a:r>
                    </a:p>
                  </a:txBody>
                  <a:tcPr marL="91440" marR="91440" marT="45720" marB="45720" anchor="ctr">
                    <a:solidFill>
                      <a:srgbClr val="FFFFFF"/>
                    </a:solidFill>
                  </a:tcPr>
                </a:tc>
              </a:tr>
              <a:tr h="533400">
                <a:tc>
                  <a:txBody>
                    <a:bodyPr/>
                    <a:lstStyle/>
                    <a:p>
                      <a:pPr algn="l">
                        <a:buNone/>
                      </a:pPr>
                      <a:r>
                        <a:rPr sz="1425" b="1">
                          <a:solidFill>
                            <a:srgbClr val="172033"/>
                          </a:solidFill>
                        </a:rPr>
                        <a:t>Excire D20</a:t>
                      </a:r>
                    </a:p>
                  </a:txBody>
                  <a:tcPr marL="91440" marR="91440" marT="45720" marB="45720" anchor="ctr">
                    <a:solidFill>
                      <a:srgbClr val="E9EEF8"/>
                    </a:solidFill>
                  </a:tcPr>
                </a:tc>
                <a:tc>
                  <a:txBody>
                    <a:bodyPr/>
                    <a:lstStyle/>
                    <a:p>
                      <a:pPr algn="ctr">
                        <a:buNone/>
                      </a:pPr>
                      <a:r>
                        <a:rPr sz="1425" b="0">
                          <a:solidFill>
                            <a:srgbClr val="172033"/>
                          </a:solidFill>
                        </a:rPr>
                        <a:t>92.7%</a:t>
                      </a:r>
                    </a:p>
                  </a:txBody>
                  <a:tcPr marL="91440" marR="91440" marT="45720" marB="45720" anchor="ctr">
                    <a:solidFill>
                      <a:srgbClr val="E9EEF8"/>
                    </a:solidFill>
                  </a:tcPr>
                </a:tc>
                <a:tc>
                  <a:txBody>
                    <a:bodyPr/>
                    <a:lstStyle/>
                    <a:p>
                      <a:pPr algn="ctr">
                        <a:buNone/>
                      </a:pPr>
                      <a:r>
                        <a:rPr sz="1425" b="0">
                          <a:solidFill>
                            <a:srgbClr val="172033"/>
                          </a:solidFill>
                        </a:rPr>
                        <a:t>88.0%</a:t>
                      </a:r>
                    </a:p>
                  </a:txBody>
                  <a:tcPr marL="91440" marR="91440" marT="45720" marB="45720" anchor="ctr">
                    <a:solidFill>
                      <a:srgbClr val="E9EEF8"/>
                    </a:solidFill>
                  </a:tcPr>
                </a:tc>
                <a:tc>
                  <a:txBody>
                    <a:bodyPr/>
                    <a:lstStyle/>
                    <a:p>
                      <a:pPr algn="ctr">
                        <a:buNone/>
                      </a:pPr>
                      <a:r>
                        <a:rPr sz="1425" b="0">
                          <a:solidFill>
                            <a:srgbClr val="172033"/>
                          </a:solidFill>
                        </a:rPr>
                        <a:t>12.0%</a:t>
                      </a:r>
                    </a:p>
                  </a:txBody>
                  <a:tcPr marL="91440" marR="91440" marT="45720" marB="45720" anchor="ctr">
                    <a:solidFill>
                      <a:srgbClr val="E9EEF8"/>
                    </a:solidFill>
                  </a:tcPr>
                </a:tc>
                <a:tc>
                  <a:txBody>
                    <a:bodyPr/>
                    <a:lstStyle/>
                    <a:p>
                      <a:pPr algn="ctr">
                        <a:buNone/>
                      </a:pPr>
                      <a:r>
                        <a:rPr sz="1425" b="0">
                          <a:solidFill>
                            <a:srgbClr val="172033"/>
                          </a:solidFill>
                        </a:rPr>
                        <a:t>2.6%</a:t>
                      </a:r>
                    </a:p>
                  </a:txBody>
                  <a:tcPr marL="91440" marR="91440" marT="45720" marB="45720" anchor="ctr">
                    <a:solidFill>
                      <a:srgbClr val="E9EEF8"/>
                    </a:solidFill>
                  </a:tcPr>
                </a:tc>
                <a:tc>
                  <a:txBody>
                    <a:bodyPr/>
                    <a:lstStyle/>
                    <a:p>
                      <a:pPr algn="ctr">
                        <a:buNone/>
                      </a:pPr>
                      <a:r>
                        <a:rPr sz="1425" b="0">
                          <a:solidFill>
                            <a:srgbClr val="172033"/>
                          </a:solidFill>
                        </a:rPr>
                        <a:t>23.8%</a:t>
                      </a:r>
                    </a:p>
                  </a:txBody>
                  <a:tcPr marL="91440" marR="91440" marT="45720" marB="45720" anchor="ctr">
                    <a:solidFill>
                      <a:srgbClr val="E9EEF8"/>
                    </a:solidFill>
                  </a:tcPr>
                </a:tc>
              </a:tr>
              <a:tr h="533400">
                <a:tc>
                  <a:txBody>
                    <a:bodyPr/>
                    <a:lstStyle/>
                    <a:p>
                      <a:pPr algn="l">
                        <a:buNone/>
                      </a:pPr>
                      <a:r>
                        <a:rPr sz="1425" b="1">
                          <a:solidFill>
                            <a:srgbClr val="172033"/>
                          </a:solidFill>
                        </a:rPr>
                        <a:t>Excire D50</a:t>
                      </a:r>
                    </a:p>
                  </a:txBody>
                  <a:tcPr marL="91440" marR="91440" marT="45720" marB="45720" anchor="ctr">
                    <a:solidFill>
                      <a:srgbClr val="FFFFFF"/>
                    </a:solidFill>
                  </a:tcPr>
                </a:tc>
                <a:tc>
                  <a:txBody>
                    <a:bodyPr/>
                    <a:lstStyle/>
                    <a:p>
                      <a:pPr algn="ctr">
                        <a:buNone/>
                      </a:pPr>
                      <a:r>
                        <a:rPr sz="1425" b="0">
                          <a:solidFill>
                            <a:srgbClr val="172033"/>
                          </a:solidFill>
                        </a:rPr>
                        <a:t>94.4%</a:t>
                      </a:r>
                    </a:p>
                  </a:txBody>
                  <a:tcPr marL="91440" marR="91440" marT="45720" marB="45720" anchor="ctr">
                    <a:solidFill>
                      <a:srgbClr val="FFFFFF"/>
                    </a:solidFill>
                  </a:tcPr>
                </a:tc>
                <a:tc>
                  <a:txBody>
                    <a:bodyPr/>
                    <a:lstStyle/>
                    <a:p>
                      <a:pPr algn="ctr">
                        <a:buNone/>
                      </a:pPr>
                      <a:r>
                        <a:rPr sz="1425" b="0">
                          <a:solidFill>
                            <a:srgbClr val="172033"/>
                          </a:solidFill>
                        </a:rPr>
                        <a:t>95.8%</a:t>
                      </a:r>
                    </a:p>
                  </a:txBody>
                  <a:tcPr marL="91440" marR="91440" marT="45720" marB="45720" anchor="ctr">
                    <a:solidFill>
                      <a:srgbClr val="FFFFFF"/>
                    </a:solidFill>
                  </a:tcPr>
                </a:tc>
                <a:tc>
                  <a:txBody>
                    <a:bodyPr/>
                    <a:lstStyle/>
                    <a:p>
                      <a:pPr algn="ctr">
                        <a:buNone/>
                      </a:pPr>
                      <a:r>
                        <a:rPr sz="1425" b="0">
                          <a:solidFill>
                            <a:srgbClr val="172033"/>
                          </a:solidFill>
                        </a:rPr>
                        <a:t>4.2%</a:t>
                      </a:r>
                    </a:p>
                  </a:txBody>
                  <a:tcPr marL="91440" marR="91440" marT="45720" marB="45720" anchor="ctr">
                    <a:solidFill>
                      <a:srgbClr val="FFFFFF"/>
                    </a:solidFill>
                  </a:tcPr>
                </a:tc>
                <a:tc>
                  <a:txBody>
                    <a:bodyPr/>
                    <a:lstStyle/>
                    <a:p>
                      <a:pPr algn="ctr">
                        <a:buNone/>
                      </a:pPr>
                      <a:r>
                        <a:rPr sz="1425" b="0">
                          <a:solidFill>
                            <a:srgbClr val="172033"/>
                          </a:solidFill>
                        </a:rPr>
                        <a:t>7.0%</a:t>
                      </a:r>
                    </a:p>
                  </a:txBody>
                  <a:tcPr marL="91440" marR="91440" marT="45720" marB="45720" anchor="ctr">
                    <a:solidFill>
                      <a:srgbClr val="FFFFFF"/>
                    </a:solidFill>
                  </a:tcPr>
                </a:tc>
                <a:tc>
                  <a:txBody>
                    <a:bodyPr/>
                    <a:lstStyle/>
                    <a:p>
                      <a:pPr algn="ctr">
                        <a:buNone/>
                      </a:pPr>
                      <a:r>
                        <a:rPr sz="1425" b="0">
                          <a:solidFill>
                            <a:srgbClr val="172033"/>
                          </a:solidFill>
                        </a:rPr>
                        <a:t>34.0%</a:t>
                      </a:r>
                    </a:p>
                  </a:txBody>
                  <a:tcPr marL="91440" marR="91440" marT="45720" marB="45720" anchor="ctr">
                    <a:solidFill>
                      <a:srgbClr val="FFFFFF"/>
                    </a:solidFill>
                  </a:tcPr>
                </a:tc>
              </a:tr>
              <a:tr h="533400">
                <a:tc>
                  <a:txBody>
                    <a:bodyPr/>
                    <a:lstStyle/>
                    <a:p>
                      <a:pPr algn="l">
                        <a:buNone/>
                      </a:pPr>
                      <a:r>
                        <a:rPr sz="1425" b="1">
                          <a:solidFill>
                            <a:srgbClr val="172033"/>
                          </a:solidFill>
                        </a:rPr>
                        <a:t>Excire D80</a:t>
                      </a:r>
                    </a:p>
                  </a:txBody>
                  <a:tcPr marL="91440" marR="91440" marT="45720" marB="45720" anchor="ctr">
                    <a:solidFill>
                      <a:srgbClr val="E9EEF8"/>
                    </a:solidFill>
                  </a:tcPr>
                </a:tc>
                <a:tc>
                  <a:txBody>
                    <a:bodyPr/>
                    <a:lstStyle/>
                    <a:p>
                      <a:pPr algn="ctr">
                        <a:buNone/>
                      </a:pPr>
                      <a:r>
                        <a:rPr sz="1425" b="0">
                          <a:solidFill>
                            <a:srgbClr val="172033"/>
                          </a:solidFill>
                        </a:rPr>
                        <a:t>91.5%</a:t>
                      </a:r>
                    </a:p>
                  </a:txBody>
                  <a:tcPr marL="91440" marR="91440" marT="45720" marB="45720" anchor="ctr">
                    <a:solidFill>
                      <a:srgbClr val="E9EEF8"/>
                    </a:solidFill>
                  </a:tcPr>
                </a:tc>
                <a:tc>
                  <a:txBody>
                    <a:bodyPr/>
                    <a:lstStyle/>
                    <a:p>
                      <a:pPr algn="ctr">
                        <a:buNone/>
                      </a:pPr>
                      <a:r>
                        <a:rPr sz="1425" b="0">
                          <a:solidFill>
                            <a:srgbClr val="172033"/>
                          </a:solidFill>
                        </a:rPr>
                        <a:t>98.6%</a:t>
                      </a:r>
                    </a:p>
                  </a:txBody>
                  <a:tcPr marL="91440" marR="91440" marT="45720" marB="45720" anchor="ctr">
                    <a:solidFill>
                      <a:srgbClr val="E9EEF8"/>
                    </a:solidFill>
                  </a:tcPr>
                </a:tc>
                <a:tc>
                  <a:txBody>
                    <a:bodyPr/>
                    <a:lstStyle/>
                    <a:p>
                      <a:pPr algn="ctr">
                        <a:buNone/>
                      </a:pPr>
                      <a:r>
                        <a:rPr sz="1425" b="0">
                          <a:solidFill>
                            <a:srgbClr val="172033"/>
                          </a:solidFill>
                        </a:rPr>
                        <a:t>1.4%</a:t>
                      </a:r>
                    </a:p>
                  </a:txBody>
                  <a:tcPr marL="91440" marR="91440" marT="45720" marB="45720" anchor="ctr">
                    <a:solidFill>
                      <a:srgbClr val="E9EEF8"/>
                    </a:solidFill>
                  </a:tcPr>
                </a:tc>
                <a:tc>
                  <a:txBody>
                    <a:bodyPr/>
                    <a:lstStyle/>
                    <a:p>
                      <a:pPr algn="ctr">
                        <a:buNone/>
                      </a:pPr>
                      <a:r>
                        <a:rPr sz="1425" b="0">
                          <a:solidFill>
                            <a:srgbClr val="172033"/>
                          </a:solidFill>
                        </a:rPr>
                        <a:t>15.6%</a:t>
                      </a:r>
                    </a:p>
                  </a:txBody>
                  <a:tcPr marL="91440" marR="91440" marT="45720" marB="45720" anchor="ctr">
                    <a:solidFill>
                      <a:srgbClr val="E9EEF8"/>
                    </a:solidFill>
                  </a:tcPr>
                </a:tc>
                <a:tc>
                  <a:txBody>
                    <a:bodyPr/>
                    <a:lstStyle/>
                    <a:p>
                      <a:pPr algn="ctr">
                        <a:buNone/>
                      </a:pPr>
                      <a:r>
                        <a:rPr sz="1425" b="0">
                          <a:solidFill>
                            <a:srgbClr val="172033"/>
                          </a:solidFill>
                        </a:rPr>
                        <a:t>52.2%</a:t>
                      </a:r>
                    </a:p>
                  </a:txBody>
                  <a:tcPr marL="91440" marR="91440" marT="45720" marB="45720" anchor="ctr">
                    <a:solidFill>
                      <a:srgbClr val="E9EEF8"/>
                    </a:solidFill>
                  </a:tcPr>
                </a:tc>
              </a:tr>
              <a:tr h="533400">
                <a:tc>
                  <a:txBody>
                    <a:bodyPr/>
                    <a:lstStyle/>
                    <a:p>
                      <a:pPr algn="l">
                        <a:buNone/>
                      </a:pPr>
                      <a:r>
                        <a:rPr sz="1425" b="1">
                          <a:solidFill>
                            <a:srgbClr val="172033"/>
                          </a:solidFill>
                        </a:rPr>
                        <a:t>Cellebrite Inseyets</a:t>
                      </a:r>
                    </a:p>
                  </a:txBody>
                  <a:tcPr marL="91440" marR="91440" marT="45720" marB="45720" anchor="ctr">
                    <a:solidFill>
                      <a:srgbClr val="FFFFFF"/>
                    </a:solidFill>
                  </a:tcPr>
                </a:tc>
                <a:tc>
                  <a:txBody>
                    <a:bodyPr/>
                    <a:lstStyle/>
                    <a:p>
                      <a:pPr algn="ctr">
                        <a:buNone/>
                      </a:pPr>
                      <a:r>
                        <a:rPr sz="1425" b="0">
                          <a:solidFill>
                            <a:srgbClr val="172033"/>
                          </a:solidFill>
                        </a:rPr>
                        <a:t>96.4%</a:t>
                      </a:r>
                    </a:p>
                  </a:txBody>
                  <a:tcPr marL="91440" marR="91440" marT="45720" marB="45720" anchor="ctr">
                    <a:solidFill>
                      <a:srgbClr val="FFFFFF"/>
                    </a:solidFill>
                  </a:tcPr>
                </a:tc>
                <a:tc>
                  <a:txBody>
                    <a:bodyPr/>
                    <a:lstStyle/>
                    <a:p>
                      <a:pPr algn="ctr">
                        <a:buNone/>
                      </a:pPr>
                      <a:r>
                        <a:rPr sz="1425" b="0">
                          <a:solidFill>
                            <a:srgbClr val="172033"/>
                          </a:solidFill>
                        </a:rPr>
                        <a:t>96.8%</a:t>
                      </a:r>
                    </a:p>
                  </a:txBody>
                  <a:tcPr marL="91440" marR="91440" marT="45720" marB="45720" anchor="ctr">
                    <a:solidFill>
                      <a:srgbClr val="FFFFFF"/>
                    </a:solidFill>
                  </a:tcPr>
                </a:tc>
                <a:tc>
                  <a:txBody>
                    <a:bodyPr/>
                    <a:lstStyle/>
                    <a:p>
                      <a:pPr algn="ctr">
                        <a:buNone/>
                      </a:pPr>
                      <a:r>
                        <a:rPr sz="1425" b="0">
                          <a:solidFill>
                            <a:srgbClr val="172033"/>
                          </a:solidFill>
                        </a:rPr>
                        <a:t>3.2%</a:t>
                      </a:r>
                    </a:p>
                  </a:txBody>
                  <a:tcPr marL="91440" marR="91440" marT="45720" marB="45720" anchor="ctr">
                    <a:solidFill>
                      <a:srgbClr val="FFFFFF"/>
                    </a:solidFill>
                  </a:tcPr>
                </a:tc>
                <a:tc>
                  <a:txBody>
                    <a:bodyPr/>
                    <a:lstStyle/>
                    <a:p>
                      <a:pPr algn="ctr">
                        <a:buNone/>
                      </a:pPr>
                      <a:r>
                        <a:rPr sz="1425" b="0">
                          <a:solidFill>
                            <a:srgbClr val="172033"/>
                          </a:solidFill>
                        </a:rPr>
                        <a:t>4.0%</a:t>
                      </a:r>
                    </a:p>
                  </a:txBody>
                  <a:tcPr marL="91440" marR="91440" marT="45720" marB="45720" anchor="ctr">
                    <a:solidFill>
                      <a:srgbClr val="FFFFFF"/>
                    </a:solidFill>
                  </a:tcPr>
                </a:tc>
                <a:tc>
                  <a:txBody>
                    <a:bodyPr/>
                    <a:lstStyle/>
                    <a:p>
                      <a:pPr algn="ctr">
                        <a:buNone/>
                      </a:pPr>
                      <a:r>
                        <a:rPr sz="1425" b="0">
                          <a:solidFill>
                            <a:srgbClr val="172033"/>
                          </a:solidFill>
                        </a:rPr>
                        <a:t>29.2%</a:t>
                      </a:r>
                    </a:p>
                  </a:txBody>
                  <a:tcPr marL="91440" marR="91440" marT="45720" marB="45720" anchor="ctr">
                    <a:solidFill>
                      <a:srgbClr val="FFFFFF"/>
                    </a:solidFill>
                  </a:tcPr>
                </a:tc>
              </a:tr>
              <a:tr h="533400">
                <a:tc>
                  <a:txBody>
                    <a:bodyPr/>
                    <a:lstStyle/>
                    <a:p>
                      <a:pPr algn="l">
                        <a:buNone/>
                      </a:pPr>
                      <a:r>
                        <a:rPr sz="1425" b="1">
                          <a:solidFill>
                            <a:srgbClr val="172033"/>
                          </a:solidFill>
                        </a:rPr>
                        <a:t>Griffeye / T3K</a:t>
                      </a:r>
                    </a:p>
                  </a:txBody>
                  <a:tcPr marL="91440" marR="91440" marT="45720" marB="45720" anchor="ctr">
                    <a:solidFill>
                      <a:srgbClr val="E9EEF8"/>
                    </a:solidFill>
                  </a:tcPr>
                </a:tc>
                <a:tc>
                  <a:txBody>
                    <a:bodyPr/>
                    <a:lstStyle/>
                    <a:p>
                      <a:pPr algn="ctr">
                        <a:buNone/>
                      </a:pPr>
                      <a:r>
                        <a:rPr sz="1425" b="0">
                          <a:solidFill>
                            <a:srgbClr val="172033"/>
                          </a:solidFill>
                        </a:rPr>
                        <a:t>97.8%</a:t>
                      </a:r>
                    </a:p>
                  </a:txBody>
                  <a:tcPr marL="91440" marR="91440" marT="45720" marB="45720" anchor="ctr">
                    <a:solidFill>
                      <a:srgbClr val="E9EEF8"/>
                    </a:solidFill>
                  </a:tcPr>
                </a:tc>
                <a:tc>
                  <a:txBody>
                    <a:bodyPr/>
                    <a:lstStyle/>
                    <a:p>
                      <a:pPr algn="ctr">
                        <a:buNone/>
                      </a:pPr>
                      <a:r>
                        <a:rPr sz="1425" b="0">
                          <a:solidFill>
                            <a:srgbClr val="172033"/>
                          </a:solidFill>
                        </a:rPr>
                        <a:t>96.4%</a:t>
                      </a:r>
                    </a:p>
                  </a:txBody>
                  <a:tcPr marL="91440" marR="91440" marT="45720" marB="45720" anchor="ctr">
                    <a:solidFill>
                      <a:srgbClr val="E9EEF8"/>
                    </a:solidFill>
                  </a:tcPr>
                </a:tc>
                <a:tc>
                  <a:txBody>
                    <a:bodyPr/>
                    <a:lstStyle/>
                    <a:p>
                      <a:pPr algn="ctr">
                        <a:buNone/>
                      </a:pPr>
                      <a:r>
                        <a:rPr sz="1425" b="0">
                          <a:solidFill>
                            <a:srgbClr val="172033"/>
                          </a:solidFill>
                        </a:rPr>
                        <a:t>3.6%</a:t>
                      </a:r>
                    </a:p>
                  </a:txBody>
                  <a:tcPr marL="91440" marR="91440" marT="45720" marB="45720" anchor="ctr">
                    <a:solidFill>
                      <a:srgbClr val="E9EEF8"/>
                    </a:solidFill>
                  </a:tcPr>
                </a:tc>
                <a:tc>
                  <a:txBody>
                    <a:bodyPr/>
                    <a:lstStyle/>
                    <a:p>
                      <a:pPr algn="ctr">
                        <a:buNone/>
                      </a:pPr>
                      <a:r>
                        <a:rPr sz="1425" b="0">
                          <a:solidFill>
                            <a:srgbClr val="172033"/>
                          </a:solidFill>
                        </a:rPr>
                        <a:t>0.8%</a:t>
                      </a:r>
                    </a:p>
                  </a:txBody>
                  <a:tcPr marL="91440" marR="91440" marT="45720" marB="45720" anchor="ctr">
                    <a:solidFill>
                      <a:srgbClr val="E9EEF8"/>
                    </a:solidFill>
                  </a:tcPr>
                </a:tc>
                <a:tc>
                  <a:txBody>
                    <a:bodyPr/>
                    <a:lstStyle/>
                    <a:p>
                      <a:pPr algn="ctr">
                        <a:buNone/>
                      </a:pPr>
                      <a:r>
                        <a:rPr sz="1425" b="0">
                          <a:solidFill>
                            <a:srgbClr val="172033"/>
                          </a:solidFill>
                        </a:rPr>
                        <a:t>26.0%</a:t>
                      </a:r>
                    </a:p>
                  </a:txBody>
                  <a:tcPr marL="91440" marR="91440" marT="45720" marB="45720" anchor="ctr">
                    <a:solidFill>
                      <a:srgbClr val="E9EEF8"/>
                    </a:solidFill>
                  </a:tcPr>
                </a:tc>
              </a:tr>
            </a:tbl>
          </a:graphicData>
        </a:graphic>
      </p:graphicFrame>
      <p:sp>
        <p:nvSpPr>
          <p:cNvPr id="7" name="Rettangolo con angoli arrotondati 6">
            <a:extLst xmlns:a="http://schemas.openxmlformats.org/drawingml/2006/main">
              <a:ext uri="{FF2B5EF4-FFF2-40B4-BE49-F238E27FC236}">
                <a16:creationId xmlns:a16="http://schemas.microsoft.com/office/drawing/2014/main" id="{D32727B6-06C1-49D9-947E-5CF838C2A296}"/>
              </a:ext>
            </a:extLst>
          </p:cNvPr>
          <p:cNvSpPr>
            <a:spLocks xmlns:a="http://schemas.openxmlformats.org/drawingml/2006/main" noGrp="1"/>
          </p:cNvSpPr>
          <p:nvPr/>
        </p:nvSpPr>
        <p:spPr>
          <a:xfrm xmlns:a="http://schemas.openxmlformats.org/drawingml/2006/main">
            <a:off x="1123950" y="5505450"/>
            <a:ext cx="9944100" cy="609600"/>
          </a:xfrm>
          <a:prstGeom xmlns:a="http://schemas.openxmlformats.org/drawingml/2006/main" prst="roundRect">
            <a:avLst>
              <a:gd name="adj" fmla="val 21875"/>
            </a:avLst>
          </a:prstGeom>
          <a:solidFill xmlns:a="http://schemas.openxmlformats.org/drawingml/2006/main">
            <a:srgbClr val="FFF4C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075FA7FD-80D1-4D89-BDEE-5525A60E4810}"/>
              </a:ext>
            </a:extLst>
          </p:cNvPr>
          <p:cNvSpPr>
            <a:spLocks xmlns:a="http://schemas.openxmlformats.org/drawingml/2006/main" noGrp="1"/>
          </p:cNvSpPr>
          <p:nvPr/>
        </p:nvSpPr>
        <p:spPr>
          <a:xfrm xmlns:a="http://schemas.openxmlformats.org/drawingml/2006/main">
            <a:off x="1428750" y="5676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2026-09-04T20:43:28.7870000Z</dcterms:created>
  <dcterms:modified xsi:type="dcterms:W3CDTF">2026-09-04T20:43:28.7870000Z</dcterms:modified>
</coreProperties>
</file>