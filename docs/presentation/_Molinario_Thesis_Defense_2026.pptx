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002" autoAdjust="0"/>
  </p:normalViewPr>
  <p:slideViewPr>
    <p:cSldViewPr snapToGrid="0">
      <p:cViewPr varScale="1">
        <p:scale>
          <a:sx n="77" d="100"/>
          <a:sy n="77" d="100"/>
        </p:scale>
        <p:origin x="17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FNR · missed-target risk</c:v>
          </c:tx>
          <c:spPr>
            <a:solidFill>
              <a:srgbClr val="BE3C37"/>
            </a:solidFill>
          </c:spPr>
          <c:invertIfNegative val="1"/>
          <c:dLbls>
            <c:spPr>
              <a:noFill/>
              <a:ln>
                <a:noFill/>
              </a:ln>
              <a:effectLst/>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7.0000000000000007E-2</c:v>
              </c:pt>
              <c:pt idx="1">
                <c:v>0.12</c:v>
              </c:pt>
              <c:pt idx="2">
                <c:v>4.2000000000000003E-2</c:v>
              </c:pt>
              <c:pt idx="3">
                <c:v>1.4E-2</c:v>
              </c:pt>
              <c:pt idx="4">
                <c:v>3.2000000000000001E-2</c:v>
              </c:pt>
              <c:pt idx="5">
                <c:v>3.5999999999999997E-2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AC0-4D2E-9B8A-1CB8AE8F6731}"/>
            </c:ext>
          </c:extLst>
        </c:ser>
        <c:ser>
          <c:idx val="1"/>
          <c:order val="1"/>
          <c:tx>
            <c:v>FPR · review workload</c:v>
          </c:tx>
          <c:spPr>
            <a:solidFill>
              <a:srgbClr val="C89B14"/>
            </a:solidFill>
          </c:spPr>
          <c:invertIfNegative val="1"/>
          <c:dLbls>
            <c:spPr>
              <a:noFill/>
              <a:ln>
                <a:noFill/>
              </a:ln>
              <a:effectLst/>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2.5999999999999999E-2</c:v>
              </c:pt>
              <c:pt idx="2">
                <c:v>7.0000000000000007E-2</c:v>
              </c:pt>
              <c:pt idx="3">
                <c:v>0.156</c:v>
              </c:pt>
              <c:pt idx="4">
                <c:v>0.04</c:v>
              </c:pt>
              <c:pt idx="5">
                <c:v>8.0000000000000002E-3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AC0-4D2E-9B8A-1CB8AE8F6731}"/>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75">
                <a:solidFill>
                  <a:srgbClr val="172033"/>
                </a:solidFill>
              </a:defRPr>
            </a:pPr>
            <a:endParaRPr lang="it-IT"/>
          </a:p>
        </c:txPr>
        <c:crossAx val="48650112"/>
        <c:crosses val="autoZero"/>
        <c:crossBetween val="between"/>
      </c:valAx>
      <c:spPr>
        <a:solidFill>
          <a:srgbClr val="F7F8FA"/>
        </a:solidFill>
        <a:ln w="0">
          <a:noFill/>
          <a:prstDash val="solid"/>
        </a:ln>
      </c:spPr>
    </c:plotArea>
    <c:legend>
      <c:legendPos val="b"/>
      <c:overlay val="0"/>
      <c:txPr>
        <a:bodyPr anchorCtr="1"/>
        <a:lstStyle/>
        <a:p>
          <a:pPr>
            <a:defRPr sz="1200">
              <a:solidFill>
                <a:srgbClr val="5B6577"/>
              </a:solidFill>
            </a:defRPr>
          </a:pPr>
          <a:endParaRPr lang="it-IT"/>
        </a:p>
      </c:txPr>
    </c:legend>
    <c:plotVisOnly val="1"/>
    <c:dispBlanksAs val="zero"/>
    <c:showDLblsOverMax val="1"/>
  </c:chart>
  <c:spPr>
    <a:solidFill>
      <a:srgbClr val="F7F8FA"/>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OOD weapon-assignment rate</c:v>
          </c:tx>
          <c:spPr>
            <a:solidFill>
              <a:srgbClr val="233A70"/>
            </a:solidFill>
          </c:spPr>
          <c:invertIfNegative val="1"/>
          <c:dPt>
            <c:idx val="2"/>
            <c:invertIfNegative val="0"/>
            <c:bubble3D val="0"/>
            <c:spPr>
              <a:solidFill>
                <a:srgbClr val="BE3C37"/>
              </a:solidFill>
            </c:spPr>
            <c:extLst>
              <c:ext xmlns:c16="http://schemas.microsoft.com/office/drawing/2014/chart" uri="{C3380CC4-5D6E-409C-BE32-E72D297353CC}">
                <c16:uniqueId val="{00000001-8831-478F-961B-D61EBE509212}"/>
              </c:ext>
            </c:extLst>
          </c:dPt>
          <c:dPt>
            <c:idx val="3"/>
            <c:invertIfNegative val="0"/>
            <c:bubble3D val="0"/>
            <c:spPr>
              <a:solidFill>
                <a:srgbClr val="087A50"/>
              </a:solidFill>
            </c:spPr>
            <c:extLst>
              <c:ext xmlns:c16="http://schemas.microsoft.com/office/drawing/2014/chart" uri="{C3380CC4-5D6E-409C-BE32-E72D297353CC}">
                <c16:uniqueId val="{00000005-8831-478F-961B-D61EBE509212}"/>
              </c:ext>
            </c:extLst>
          </c:dPt>
          <c:dPt>
            <c:idx val="4"/>
            <c:invertIfNegative val="0"/>
            <c:bubble3D val="0"/>
            <c:spPr>
              <a:solidFill>
                <a:srgbClr val="087A50"/>
              </a:solidFill>
            </c:spPr>
            <c:extLst>
              <c:ext xmlns:c16="http://schemas.microsoft.com/office/drawing/2014/chart" uri="{C3380CC4-5D6E-409C-BE32-E72D297353CC}">
                <c16:uniqueId val="{00000007-8831-478F-961B-D61EBE509212}"/>
              </c:ext>
            </c:extLst>
          </c:dPt>
          <c:dPt>
            <c:idx val="5"/>
            <c:invertIfNegative val="0"/>
            <c:bubble3D val="0"/>
            <c:spPr>
              <a:solidFill>
                <a:srgbClr val="087A50"/>
              </a:solidFill>
            </c:spPr>
            <c:extLst>
              <c:ext xmlns:c16="http://schemas.microsoft.com/office/drawing/2014/chart" uri="{C3380CC4-5D6E-409C-BE32-E72D297353CC}">
                <c16:uniqueId val="{00000009-8831-478F-961B-D61EBE509212}"/>
              </c:ext>
            </c:extLst>
          </c:dPt>
          <c:dPt>
            <c:idx val="6"/>
            <c:invertIfNegative val="0"/>
            <c:bubble3D val="0"/>
            <c:spPr>
              <a:solidFill>
                <a:srgbClr val="C89B14"/>
              </a:solidFill>
            </c:spPr>
            <c:extLst>
              <c:ext xmlns:c16="http://schemas.microsoft.com/office/drawing/2014/chart" uri="{C3380CC4-5D6E-409C-BE32-E72D297353CC}">
                <c16:uniqueId val="{00000003-8831-478F-961B-D61EBE509212}"/>
              </c:ext>
            </c:extLst>
          </c:dPt>
          <c:dPt>
            <c:idx val="7"/>
            <c:invertIfNegative val="0"/>
            <c:bubble3D val="0"/>
            <c:spPr>
              <a:solidFill>
                <a:srgbClr val="087A50"/>
              </a:solidFill>
            </c:spPr>
            <c:extLst>
              <c:ext xmlns:c16="http://schemas.microsoft.com/office/drawing/2014/chart" uri="{C3380CC4-5D6E-409C-BE32-E72D297353CC}">
                <c16:uniqueId val="{0000000B-8831-478F-961B-D61EBE509212}"/>
              </c:ext>
            </c:extLst>
          </c:dPt>
          <c:dPt>
            <c:idx val="8"/>
            <c:invertIfNegative val="0"/>
            <c:bubble3D val="0"/>
            <c:spPr>
              <a:solidFill>
                <a:srgbClr val="087A50"/>
              </a:solidFill>
            </c:spPr>
            <c:extLst>
              <c:ext xmlns:c16="http://schemas.microsoft.com/office/drawing/2014/chart" uri="{C3380CC4-5D6E-409C-BE32-E72D297353CC}">
                <c16:uniqueId val="{0000000D-8831-478F-961B-D61EBE509212}"/>
              </c:ext>
            </c:extLst>
          </c:dPt>
          <c:dLbls>
            <c:spPr>
              <a:noFill/>
              <a:ln>
                <a:noFill/>
              </a:ln>
              <a:effectLst/>
            </c:spPr>
            <c:txPr>
              <a:bodyPr anchorCtr="1"/>
              <a:lstStyle/>
              <a:p>
                <a:pPr>
                  <a:defRPr sz="1050"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0.36959999999999998</c:v>
              </c:pt>
              <c:pt idx="1">
                <c:v>0.43759999999999999</c:v>
              </c:pt>
              <c:pt idx="2">
                <c:v>0.83560000000000001</c:v>
              </c:pt>
              <c:pt idx="3">
                <c:v>0.36</c:v>
              </c:pt>
              <c:pt idx="4">
                <c:v>0.23799999999999999</c:v>
              </c:pt>
              <c:pt idx="5">
                <c:v>0.34</c:v>
              </c:pt>
              <c:pt idx="6">
                <c:v>0.52200000000000002</c:v>
              </c:pt>
              <c:pt idx="7">
                <c:v>0.29199999999999998</c:v>
              </c:pt>
              <c:pt idx="8">
                <c:v>0.26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8831-478F-961B-D61EBE509212}"/>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00">
                <a:solidFill>
                  <a:srgbClr val="172033"/>
                </a:solidFill>
              </a:defRPr>
            </a:pPr>
            <a:endParaRPr lang="it-IT"/>
          </a:p>
        </c:txPr>
        <c:crossAx val="48650112"/>
        <c:crosses val="autoZero"/>
        <c:crossBetween val="between"/>
      </c:valAx>
      <c:spPr>
        <a:solidFill>
          <a:srgbClr val="F7F8FA"/>
        </a:solidFill>
        <a:ln w="0">
          <a:noFill/>
          <a:prstDash val="solid"/>
        </a:ln>
      </c:spPr>
    </c:plotArea>
    <c:plotVisOnly val="1"/>
    <c:dispBlanksAs val="zero"/>
    <c:showDLblsOverMax val="1"/>
  </c:chart>
  <c:spPr>
    <a:solidFill>
      <a:srgbClr val="F7F8FA"/>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0:00–0:30</a:t>
            </a:r>
          </a:p>
          <a:p>
            <a:r>
              <a:rPr dirty="0"/>
              <a:t>Good morning. My thesis evaluates the robustness of AI-based forensic image-triage tools under adversarial and anti-forensic attacks. The goal is not to build a new firearm classifier. The goal is to understand whether AI-assisted triage remains dependable when images are out of distribution, degraded, or deliberately manipulated.</a:t>
            </a:r>
          </a:p>
          <a:p>
            <a:r>
              <a:rPr dirty="0"/>
              <a:t>Transition: I will start from the operational risk that motivated the work.</a:t>
            </a:r>
          </a:p>
          <a:p>
            <a:endParaRPr dirty="0"/>
          </a:p>
          <a:p>
            <a:r>
              <a:rPr dirty="0"/>
              <a:t>[Sources]</a:t>
            </a:r>
          </a:p>
          <a:p>
            <a:r>
              <a:rPr dirty="0"/>
              <a:t>- docs/</a:t>
            </a:r>
            <a:r>
              <a:rPr dirty="0" err="1"/>
              <a:t>LatexThesis</a:t>
            </a:r>
            <a:r>
              <a:rPr dirty="0"/>
              <a:t>/</a:t>
            </a:r>
            <a:r>
              <a:rPr dirty="0" err="1"/>
              <a:t>title.tex</a:t>
            </a:r>
            <a:endParaRPr dirty="0"/>
          </a:p>
          <a:p>
            <a:r>
              <a:rPr dirty="0"/>
              <a:t>- docs/</a:t>
            </a:r>
            <a:r>
              <a:rPr dirty="0" err="1"/>
              <a:t>LatexThesis</a:t>
            </a:r>
            <a:r>
              <a:rPr dirty="0"/>
              <a:t>/sections/00_abstract.tex</a:t>
            </a:r>
          </a:p>
          <a:p>
            <a:r>
              <a:rPr dirty="0"/>
              <a:t>- docs/</a:t>
            </a:r>
            <a:r>
              <a:rPr dirty="0" err="1"/>
              <a:t>LatexSlides</a:t>
            </a:r>
            <a:r>
              <a:rPr dirty="0"/>
              <a:t>/assets/background.png; theme license in docs/</a:t>
            </a:r>
            <a:r>
              <a:rPr dirty="0" err="1"/>
              <a:t>LatexSlides</a:t>
            </a:r>
            <a:r>
              <a:rPr dirty="0"/>
              <a:t>/LICENSE.txt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0:30–1:25</a:t>
            </a:r>
          </a:p>
          <a:p>
            <a:r>
              <a:rPr dirty="0"/>
              <a:t>Digital investigations may contain very large image collections, so AI can help prioritize what an analyst reviews first. The risk is asymmetric: a false positive creates extra work, but a false negative can quietly move relevant evidence out of the priority queue. This leads to my central question: how does image triage behave under adversarial, anti-forensic and out-of-distribution inputs? My contribution is an auditable robustness assessment, not a new classifier.</a:t>
            </a:r>
          </a:p>
          <a:p>
            <a:r>
              <a:rPr dirty="0"/>
              <a:t>Transition: To answer this question, I designed the </a:t>
            </a:r>
            <a:r>
              <a:rPr dirty="0" err="1"/>
              <a:t>FAIRLab</a:t>
            </a:r>
            <a:r>
              <a:rPr dirty="0"/>
              <a:t> protocol.</a:t>
            </a:r>
          </a:p>
          <a:p>
            <a:endParaRPr dirty="0"/>
          </a:p>
          <a:p>
            <a:r>
              <a:rPr dirty="0"/>
              <a:t>[Sources]</a:t>
            </a:r>
          </a:p>
          <a:p>
            <a:r>
              <a:rPr dirty="0"/>
              <a:t>- docs/</a:t>
            </a:r>
            <a:r>
              <a:rPr dirty="0" err="1"/>
              <a:t>LatexThesis</a:t>
            </a:r>
            <a:r>
              <a:rPr dirty="0"/>
              <a:t>/sections/01_introduction.tex</a:t>
            </a:r>
          </a:p>
          <a:p>
            <a:r>
              <a:rPr dirty="0"/>
              <a:t>- docs/</a:t>
            </a:r>
            <a:r>
              <a:rPr dirty="0" err="1"/>
              <a:t>LatexThesis</a:t>
            </a:r>
            <a:r>
              <a:rPr dirty="0"/>
              <a:t>/sections/04_methodology.tex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1:25–2:25</a:t>
            </a:r>
          </a:p>
          <a:p>
            <a:r>
              <a:t>FAIRLab connects six stages. I start from a heterogeneous image pool, validate and deduplicate it, and freeze 1,500 source images. I then generate controlled perturbations, evaluate three transparent proxies and six commercial configurations, normalize the observable outputs, and interpret the result in forensic terms. Traceability runs through the complete process using deterministic identifiers, manifests, checksums, frozen configurations and source-to-output links.</a:t>
            </a:r>
          </a:p>
          <a:p>
            <a:r>
              <a:t>Transition: The next slide shows the exact experimental population behind every comparison.</a:t>
            </a:r>
          </a:p>
          <a:p>
            <a:endParaRPr/>
          </a:p>
          <a:p>
            <a:r>
              <a:t>[Sources]</a:t>
            </a:r>
          </a:p>
          <a:p>
            <a:r>
              <a:t>- docs/LatexThesis/sections/04_methodology.tex</a:t>
            </a:r>
          </a:p>
          <a:p>
            <a:r>
              <a:t>- docs/LatexThesis/sections/05_implementation.tex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2:25–3:20</a:t>
            </a:r>
          </a:p>
          <a:p>
            <a:r>
              <a:t>The frozen population contains 1,500 source images: 500 weapon, 500 non-weapon and 500 images in a separate OOD branch. The 1,000 binary images produce ten linked manipulated variants each, for 10,000 adversarial and anti-forensic files. Together with the clean sources, the tool-facing bundle contains 11,500 files. The important point is that the variants are linked to their sources; they are not 10,000 independent cases. OOD is also evaluated separately, not as a third supervised class.</a:t>
            </a:r>
          </a:p>
          <a:p>
            <a:r>
              <a:t>Transition: I used the same frozen corpus at two complementary evidence levels.</a:t>
            </a:r>
          </a:p>
          <a:p>
            <a:endParaRPr/>
          </a:p>
          <a:p>
            <a:r>
              <a:t>[Sources]</a:t>
            </a:r>
          </a:p>
          <a:p>
            <a:r>
              <a:t>- docs/LatexThesis/sections/04_methodology.tex</a:t>
            </a:r>
          </a:p>
          <a:p>
            <a:r>
              <a:t>- docs/LatexThesis/sections/05_implementation.tex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3:20–4:20</a:t>
            </a:r>
          </a:p>
          <a:p>
            <a:r>
              <a:t>The first level uses transparent proxy models: EfficientNet-B0, ResNet18 and a CLIP-based proxy. Here I can inspect predictions, gradients and checkpoints. The second level uses four commercial black-box systems in six configurations, where only analyst-visible outputs are available. The threat model matters: model-dependent attacks are direct only on EfficientNet-B0. On the other systems, the same files measure empirical transfer. Color Shift and the anti-forensic transformations are model-agnostic conditions.</a:t>
            </a:r>
          </a:p>
          <a:p>
            <a:r>
              <a:t>Transition: Because these systems expose different outputs, they must be normalized explicitly.</a:t>
            </a:r>
          </a:p>
          <a:p>
            <a:endParaRPr/>
          </a:p>
          <a:p>
            <a:r>
              <a:t>[Sources]</a:t>
            </a:r>
          </a:p>
          <a:p>
            <a:r>
              <a:t>- docs/LatexThesis/sections/00_abstract.tex</a:t>
            </a:r>
          </a:p>
          <a:p>
            <a:r>
              <a:t>- docs/LatexThesis/sections/04_methodology.tex — evaluated systems and attack pathways</a:t>
            </a:r>
          </a:p>
          <a:p>
            <a:r>
              <a:t>- evaluation/forensic_tools/tool_version_log.csv</a:t>
            </a:r>
          </a:p>
          <a:p>
            <a:r>
              <a:t>- models/model_registry.json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4:20–5:15</a:t>
            </a:r>
          </a:p>
          <a:p>
            <a:r>
              <a:t>Commercial tools expose tags, bookmarks, labels or retrieval results rather than a common prediction interface. I therefore freeze a mapping for each tool version and configuration and convert the observable output into weapon, non-weapon or unknown. This makes directional errors comparable. The false-negative rate represents missed-target risk, while the false-positive rate represents additional review workload. OOD weapon assignment is reported separately. No unknown state occurred in the 69,000 normalized commercial decisions, but the state remains part of the protocol.</a:t>
            </a:r>
          </a:p>
          <a:p>
            <a:r>
              <a:t>Transition: With these definitions in place, I can show the main robustness result.</a:t>
            </a:r>
          </a:p>
          <a:p>
            <a:endParaRPr/>
          </a:p>
          <a:p>
            <a:r>
              <a:t>[Sources]</a:t>
            </a:r>
          </a:p>
          <a:p>
            <a:r>
              <a:t>- docs/LatexThesis/sections/05_implementation.tex — output normalization</a:t>
            </a:r>
          </a:p>
          <a:p>
            <a:r>
              <a:t>- docs/LatexThesis/sections/06_results.tex — metric definitions and normalized decision counts</a:t>
            </a:r>
          </a:p>
          <a:p>
            <a:r>
              <a:t>- evaluation/forensic_tools/normalized_predictions_public_summary.json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5:15–6:25</a:t>
            </a:r>
          </a:p>
          <a:p>
            <a:r>
              <a:t>EfficientNet-B0 has the highest clean accuracy, 97.8 percent, but under the strongest direct Sigma Zero condition it falls to 1.5 percent: a drop of 96.3 percentage points. The same generated artifacts do not transfer uniformly. The worst transferred accuracy is 91.8 percent for ResNet18 and 91.4 percent for CLIP. These are different claims: the first is direct-target vulnerability; the others are empirical transfer. Anti-forensic effects are smaller in aggregate, with a largest proxy drop of 3.0 points, although individual directional errors still matter.</a:t>
            </a:r>
          </a:p>
          <a:p>
            <a:r>
              <a:t>Transition: The publication heatmap extends this transfer analysis to the commercial tools.</a:t>
            </a:r>
          </a:p>
          <a:p>
            <a:endParaRPr/>
          </a:p>
          <a:p>
            <a:r>
              <a:t>[Sources]</a:t>
            </a:r>
          </a:p>
          <a:p>
            <a:r>
              <a:t>- results/metrics/proxy_model_clean_metrics.csv</a:t>
            </a:r>
          </a:p>
          <a:p>
            <a:r>
              <a:t>- results/metrics/proxy_model_adversarial_metrics.csv</a:t>
            </a:r>
          </a:p>
          <a:p>
            <a:r>
              <a:t>- results/metrics/proxy_model_anti_forensic_metrics.csv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6:25–7:35</a:t>
            </a:r>
          </a:p>
          <a:p>
            <a:r>
              <a:t>This heatmap is taken from the publication analysis and shows the accuracy drop for each attack family and commercial configuration. I would not read every cell. The main message is heterogeneity: the same EfficientNet-generated artifacts can have very different effects across tools and even across settings of the same tool. The largest observed effects are Sigma Zero transfers on Excire D50 and D80, with drops of 20.2 and 25.8 percentage points. These remain transfer results, not direct attacks on proprietary models, and they do not create a product ranking.</a:t>
            </a:r>
          </a:p>
          <a:p>
            <a:r>
              <a:t>Transition: Configuration also changes the ordinary clean-condition error trade-off.</a:t>
            </a:r>
          </a:p>
          <a:p>
            <a:endParaRPr/>
          </a:p>
          <a:p>
            <a:r>
              <a:t>[Sources]</a:t>
            </a:r>
          </a:p>
          <a:p>
            <a:r>
              <a:t>- results/figures/chapter_5/fig_forensic_tools_adversarial_accuracy_drop_heatmap.png</a:t>
            </a:r>
          </a:p>
          <a:p>
            <a:r>
              <a:t>- results/figures/chapter_5/tab_forensic_tools_worst_cases.csv</a:t>
            </a:r>
          </a:p>
          <a:p>
            <a:r>
              <a:t>- “FAIRLab: Evaluating the Operational Robustness of AI-Assisted Forensic Image Triage”, black-box heatmap (DFRWS_27/sections/images/heatmap_blackbox.png)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7:35–8:45</a:t>
            </a:r>
          </a:p>
          <a:p>
            <a:r>
              <a:t>The clean results show why one accuracy value is not enough. For Excire, moving from distance 20 to distance 80 reduces the missed-target rate from 12.0 to 1.4 percent. However, the false-positive rate increases from 2.6 to 15.6 percent, and the OOD weapon-assignment rate increases from 23.8 to 52.2 percent. A configuration can therefore reduce silent misses while creating much more review work and more OOD routing. I interpret these rows as frozen operating profiles, not as a universal ranking of commercial products.</a:t>
            </a:r>
          </a:p>
          <a:p>
            <a:r>
              <a:t>Transition: The separate OOD branch makes that third behavior visible.</a:t>
            </a:r>
          </a:p>
          <a:p>
            <a:endParaRPr/>
          </a:p>
          <a:p>
            <a:r>
              <a:t>[Sources]</a:t>
            </a:r>
          </a:p>
          <a:p>
            <a:r>
              <a:t>- results/figures/chapter_5/tab_forensic_tools_clean_metrics.csv</a:t>
            </a:r>
          </a:p>
          <a:p>
            <a:r>
              <a:t>- results/figures/chapter_5/tab_forensic_tools_ood_metrics.csv</a:t>
            </a:r>
          </a:p>
          <a:p>
            <a:r>
              <a:t>- docs/LatexThesis/sections/07_conclusions.tex — RQ3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8:45–9:40</a:t>
            </a:r>
          </a:p>
          <a:p>
            <a:r>
              <a:t>Every evaluated system assigns at least some OOD images to the weapon-oriented state. The CLIP proxy reaches 83.6 percent, while the commercial configurations range from 23.8 to 52.2 percent. For CLIP, the 500 OOD images are evaluated by five fold-specific checkpoints, so 83.6 percent refers to 2,500 responses; each commercial rate uses one normalized decision per image. These values are not ordinary false-positive rates because the OOD images have no supervised weapon or non-weapon role in this analysis. They describe closed-set operating behavior and show why clean binary accuracy alone cannot characterize a forensic triage system.</a:t>
            </a:r>
          </a:p>
          <a:p>
            <a:r>
              <a:t>Transition: A single explainability case illustrates why a high output score is also not a guarantee.</a:t>
            </a:r>
          </a:p>
          <a:p>
            <a:endParaRPr/>
          </a:p>
          <a:p>
            <a:r>
              <a:t>[Sources]</a:t>
            </a:r>
          </a:p>
          <a:p>
            <a:r>
              <a:t>- results/metrics/proxy_model_ood_metrics.csv</a:t>
            </a:r>
          </a:p>
          <a:p>
            <a:r>
              <a:t>- results/figures/chapter_5/tab_forensic_tools_ood_metrics.csv</a:t>
            </a:r>
          </a:p>
          <a:p>
            <a:r>
              <a:t>- docs/LatexThesis/sections/05_implementation.tex — OOD denominator rule</a:t>
            </a:r>
          </a:p>
          <a:p>
            <a:r>
              <a:t>- docs/LatexThesis/sections/07_conclusions.tex — RQ1, RQ3 and RQ4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9:40–10:35</a:t>
            </a:r>
          </a:p>
          <a:p>
            <a:r>
              <a:t>In case 0015, the reference class is non-weapon. After Sigma Zero, the proxy predicts weapon with a maximum predicted-class probability of 1.000. The Integrated Gradients views help inspect where the proxy response is concentrated, but the claim is deliberately limited. The attribution is a qualitative diagnostic for this selected proxy output. It does not certify correctness, calibrate confidence, or explain the internal behavior of a proprietary tool.</a:t>
            </a:r>
          </a:p>
          <a:p>
            <a:r>
              <a:t>Transition: These findings suggest a clear rule for operational use.</a:t>
            </a:r>
          </a:p>
          <a:p>
            <a:endParaRPr/>
          </a:p>
          <a:p>
            <a:r>
              <a:t>[Sources]</a:t>
            </a:r>
          </a:p>
          <a:p>
            <a:r>
              <a:t>- docs/LatexThesis/sections/06_results.tex — Maximum-probability adversarial false positive</a:t>
            </a:r>
          </a:p>
          <a:p>
            <a:r>
              <a:t>- docs/LatexThesis/images/fig_xai_case5_adversarial_high_conf_failure_input.png</a:t>
            </a:r>
          </a:p>
          <a:p>
            <a:r>
              <a:t>- docs/LatexThesis/images/fig_xai_case5_adversarial_high_conf_failure_heatmap.png</a:t>
            </a:r>
          </a:p>
          <a:p>
            <a:r>
              <a:t>- docs/LatexThesis/images/fig_xai_case5_adversarial_high_conf_failure_overlay.png</a:t>
            </a:r>
          </a:p>
          <a:p>
            <a:r>
              <a:t>- explainability/manifests/chapter5/thesis_selection.csv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10:35–11:35</a:t>
            </a:r>
          </a:p>
          <a:p>
            <a:r>
              <a:t>AI can still be useful, but it should create a prioritized queue rather than an irreversible exclusion. The analyst must review the context and make the final decision. For every action, the workflow should preserve the tool version, configuration, output mapping and validation context. This keeps efficiency benefits while making the process reviewable and defensible. The practical rule is simple: use AI to prioritize evidence review, never to silently exclude evidence.</a:t>
            </a:r>
          </a:p>
          <a:p>
            <a:r>
              <a:t>Transition: I will close with the three conclusions I want you to remember.</a:t>
            </a:r>
          </a:p>
          <a:p>
            <a:endParaRPr/>
          </a:p>
          <a:p>
            <a:r>
              <a:t>[Sources]</a:t>
            </a:r>
          </a:p>
          <a:p>
            <a:r>
              <a:t>- docs/LatexThesis/sections/07_conclusions.tex — Operational Implications and Recommendations</a:t>
            </a:r>
          </a:p>
          <a:p>
            <a:r>
              <a:t>- docs/LatexThesis/sections/00_abstract.tex — concluding paragraph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11:35–12:25</a:t>
            </a:r>
          </a:p>
          <a:p>
            <a:r>
              <a:t>First, clean performance is only a baseline; robustness depends on the condition. Second, direct attacks, empirical transfer, OOD behavior and configuration trade-offs must be interpreted as distinct dimensions. Third, FAIRLab makes these dimensions traceable and auditable for a forensic expert. The final message is that AI can prioritize evidence, but it must not silently exclude it. Thank you for your attention. I am happy to answer your questions.</a:t>
            </a:r>
          </a:p>
          <a:p>
            <a:r>
              <a:t>Presenter cue: stop here. Open a backup slide only when it answers a specific question.</a:t>
            </a:r>
          </a:p>
          <a:p>
            <a:endParaRPr/>
          </a:p>
          <a:p>
            <a:r>
              <a:t>[Sources]</a:t>
            </a:r>
          </a:p>
          <a:p>
            <a:r>
              <a:t>- docs/LatexThesis/sections/07_conclusions.tex — central conclusion and main contributions</a:t>
            </a:r>
          </a:p>
          <a:p>
            <a:r>
              <a:t>- docs/LatexSlides/assets/logo_RGB.png; theme license in docs/LatexSlides/LICENSE.txt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exact research questions</a:t>
            </a:r>
          </a:p>
          <a:p>
            <a:r>
              <a:t>Use this slide only if the commission asks for the formal formulation of the research questions. Read the relevant question, then answer it with the corresponding result from slides 7 to 10. End by restating the scope: this is an operational robustness assessment under a frozen protocol, not certification, legal admissibility or a universal product ranking.</a:t>
            </a:r>
          </a:p>
          <a:p>
            <a:endParaRPr/>
          </a:p>
          <a:p>
            <a:r>
              <a:t>[Sources]</a:t>
            </a:r>
          </a:p>
          <a:p>
            <a:r>
              <a:t>- docs/LatexThesis/sections/01_introduction.tex — Research Questions</a:t>
            </a:r>
          </a:p>
          <a:p>
            <a:r>
              <a:t>- docs/LatexThesis/sections/07_conclusions.tex — Answers to the Research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perturbation suite</a:t>
            </a:r>
          </a:p>
          <a:p>
            <a:r>
              <a:t>The adversarial and adversarial-style families are FGSM, One Pixel, Sigma Zero, SuperDeepFool and deterministic Color Shift. The anti-forensic transformations are JPEG recompression, resize, Gaussian blur, histogram modification and contrast stretching. Model-dependent attacks are direct only on EfficientNet-B0 and transferred elsewhere; Color Shift and the anti-forensic transformations are model-agnostic conditions.</a:t>
            </a:r>
          </a:p>
          <a:p>
            <a:endParaRPr/>
          </a:p>
          <a:p>
            <a:r>
              <a:t>[Sources]</a:t>
            </a:r>
          </a:p>
          <a:p>
            <a:r>
              <a:t>- docs/LatexThesis/sections/04_methodology.tex — perturbation definitions</a:t>
            </a:r>
          </a:p>
          <a:p>
            <a:r>
              <a:t>- attacks/manifests/README.md</a:t>
            </a:r>
          </a:p>
          <a:p>
            <a:r>
              <a:t>- docs/LatexThesis/sections/07_conclusions.tex — RQ2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exact commercial metrics</a:t>
            </a:r>
          </a:p>
          <a:p>
            <a:r>
              <a:t>Use the table for a numerical question about a specific configuration. Keep clean binary metrics and OOD routing separate. The strongest clean accuracy in this frozen comparison is 97.8 percent for Griffeye/T3K, but the rows are operating profiles under specific versions and settings; they do not establish a general product ranking.</a:t>
            </a:r>
          </a:p>
          <a:p>
            <a:endParaRPr/>
          </a:p>
          <a:p>
            <a:r>
              <a:t>[Sources]</a:t>
            </a:r>
          </a:p>
          <a:p>
            <a:r>
              <a:t>- results/figures/chapter_5/tab_forensic_tools_clean_metrics.csv</a:t>
            </a:r>
          </a:p>
          <a:p>
            <a:r>
              <a:t>- results/figures/chapter_5/tab_forensic_tools_ood_metrics.csv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reproducibility and audit</a:t>
            </a:r>
          </a:p>
          <a:p>
            <a:r>
              <a:t>A reported figure can be traced from the source manifest through the derived variant, model or tool decision, normalized state, metric table and final report. SHA-256 digests, frozen registries and explicit mapping rules protect the integrity of this chain. Repository scripts regenerate the main metrics and thesis-ready assets.</a:t>
            </a:r>
          </a:p>
          <a:p>
            <a:endParaRPr/>
          </a:p>
          <a:p>
            <a:r>
              <a:t>[Sources]</a:t>
            </a:r>
          </a:p>
          <a:p>
            <a:r>
              <a:t>- docs/artifact/THESIS_ARTIFACT.md</a:t>
            </a:r>
          </a:p>
          <a:p>
            <a:r>
              <a:t>- docs/artifact/REPRODUCIBILITY.md</a:t>
            </a:r>
          </a:p>
          <a:p>
            <a:r>
              <a:t>- docs/artifact/CONTROLLED_ARTIFACT_CHECKSUMS.sha256</a:t>
            </a:r>
          </a:p>
          <a:p>
            <a:r>
              <a:t>- docs/LatexThesis/sections/05_implementation.tex — traceability and integrity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limitations and metadata sensitivity</a:t>
            </a:r>
          </a:p>
          <a:p>
            <a:r>
              <a:t>The strongest limitations are the 1,500-image single-reviewer corpus, one frozen parameter setting per perturbation, direct attacks only on EfficientNet-B0, and version-dependent black-box outputs. Fifteen of 11,500 files matched a predefined sensitive metadata term. Leave-out differences were small, but this does not prove that metadata was causally irrelevant to every decision. The work makes no legal-admissibility or certification claim.</a:t>
            </a:r>
          </a:p>
          <a:p>
            <a:endParaRPr/>
          </a:p>
          <a:p>
            <a:r>
              <a:t>[Sources]</a:t>
            </a:r>
          </a:p>
          <a:p>
            <a:r>
              <a:t>- results/figures/chapter_5/embedded_metadata_sensitivity_summary.json</a:t>
            </a:r>
          </a:p>
          <a:p>
            <a:r>
              <a:t>- docs/LatexThesis/sections/06_results.tex</a:t>
            </a:r>
          </a:p>
          <a:p>
            <a:r>
              <a:t>- docs/LatexThesis/sections/07_conclusions.tex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3A70"/>
        </a:solidFill>
        <a:effectLst/>
      </p:bgPr>
    </p:bg>
    <p:spTree>
      <p:nvGrpSpPr>
        <p:cNvPr id="1" name=""/>
        <p:cNvGrpSpPr/>
        <p:nvPr/>
      </p:nvGrpSpPr>
      <p:grpSpPr>
        <a:xfrm>
          <a:off x="0" y="0"/>
          <a:ext cx="0" cy="0"/>
          <a:chOff x="0" y="0"/>
          <a:chExt cx="0" cy="0"/>
        </a:xfrm>
      </p:grpSpPr>
      <p:pic>
        <p:nvPicPr>
          <p:cNvPr id="7" name="Immagine 6"/>
          <p:cNvPicPr>
            <a:picLocks noChangeAspect="1"/>
          </p:cNvPicPr>
          <p:nvPr/>
        </p:nvPicPr>
        <p:blipFill>
          <a:blip r:embed="rId3"/>
          <a:srcRect/>
          <a:stretch>
            <a:fillRect/>
          </a:stretch>
        </p:blipFill>
        <p:spPr>
          <a:xfrm>
            <a:off x="0" y="0"/>
            <a:ext cx="12192000" cy="6858000"/>
          </a:xfrm>
          <a:prstGeom prst="rect">
            <a:avLst/>
          </a:prstGeom>
        </p:spPr>
      </p:pic>
      <p:sp>
        <p:nvSpPr>
          <p:cNvPr id="2" name="Rettangolo 1">
            <a:extLst>
              <a:ext uri="{FF2B5EF4-FFF2-40B4-BE49-F238E27FC236}">
                <a16:creationId xmlns:a16="http://schemas.microsoft.com/office/drawing/2014/main" id="{39C14C53-25DF-4E7F-BED3-ADE9EBB92B9C}"/>
              </a:ext>
            </a:extLst>
          </p:cNvPr>
          <p:cNvSpPr>
            <a:spLocks noGrp="1"/>
          </p:cNvSpPr>
          <p:nvPr/>
        </p:nvSpPr>
        <p:spPr>
          <a:xfrm>
            <a:off x="685799" y="381000"/>
            <a:ext cx="10829925" cy="2857500"/>
          </a:xfrm>
          <a:prstGeom prst="rect">
            <a:avLst/>
          </a:prstGeom>
          <a:noFill/>
          <a:ln w="0">
            <a:noFill/>
            <a:prstDash val="solid"/>
          </a:ln>
        </p:spPr>
        <p:txBody>
          <a:bodyPr wrap="square" lIns="0" tIns="0" rIns="0" bIns="0" anchor="ctr">
            <a:noAutofit/>
          </a:bodyPr>
          <a:lstStyle/>
          <a:p>
            <a:pPr algn="ctr">
              <a:buNone/>
              <a:defRPr sz="5100" b="1">
                <a:solidFill>
                  <a:srgbClr val="FFFFFF"/>
                </a:solidFill>
                <a:latin typeface="Arial"/>
                <a:ea typeface="Arial"/>
                <a:cs typeface="Arial"/>
              </a:defRPr>
            </a:pPr>
            <a:r>
              <a:rPr sz="4800" b="1" dirty="0">
                <a:solidFill>
                  <a:srgbClr val="FFFFFF"/>
                </a:solidFill>
                <a:latin typeface="Arial"/>
                <a:ea typeface="Arial"/>
                <a:cs typeface="Arial"/>
              </a:rPr>
              <a:t>Evaluating the Robustness of</a:t>
            </a:r>
          </a:p>
          <a:p>
            <a:pPr algn="ctr">
              <a:buNone/>
              <a:defRPr sz="5100" b="1">
                <a:solidFill>
                  <a:srgbClr val="FFFFFF"/>
                </a:solidFill>
                <a:latin typeface="Arial"/>
                <a:ea typeface="Arial"/>
                <a:cs typeface="Arial"/>
              </a:defRPr>
            </a:pPr>
            <a:r>
              <a:rPr sz="4800" b="1" dirty="0">
                <a:solidFill>
                  <a:srgbClr val="FFFFFF"/>
                </a:solidFill>
                <a:latin typeface="Arial"/>
                <a:ea typeface="Arial"/>
                <a:cs typeface="Arial"/>
              </a:rPr>
              <a:t>AI-Based Forensic Tools</a:t>
            </a:r>
          </a:p>
          <a:p>
            <a:pPr algn="ctr">
              <a:buNone/>
              <a:defRPr sz="5100" b="1">
                <a:solidFill>
                  <a:srgbClr val="FFFFFF"/>
                </a:solidFill>
                <a:latin typeface="Arial"/>
                <a:ea typeface="Arial"/>
                <a:cs typeface="Arial"/>
              </a:defRPr>
            </a:pPr>
            <a:r>
              <a:rPr sz="4800" b="1" dirty="0">
                <a:solidFill>
                  <a:srgbClr val="FFFFFF"/>
                </a:solidFill>
                <a:latin typeface="Arial"/>
                <a:ea typeface="Arial"/>
                <a:cs typeface="Arial"/>
              </a:rPr>
              <a:t>under Adversarial and</a:t>
            </a:r>
          </a:p>
          <a:p>
            <a:pPr algn="ctr">
              <a:buNone/>
              <a:defRPr sz="5100" b="1">
                <a:solidFill>
                  <a:srgbClr val="FFFFFF"/>
                </a:solidFill>
                <a:latin typeface="Arial"/>
                <a:ea typeface="Arial"/>
                <a:cs typeface="Arial"/>
              </a:defRPr>
            </a:pPr>
            <a:r>
              <a:rPr sz="4800" b="1" dirty="0">
                <a:solidFill>
                  <a:srgbClr val="FFFFFF"/>
                </a:solidFill>
                <a:latin typeface="Arial"/>
                <a:ea typeface="Arial"/>
                <a:cs typeface="Arial"/>
              </a:rPr>
              <a:t>Anti-Forensic Attacks</a:t>
            </a:r>
          </a:p>
        </p:txBody>
      </p:sp>
      <p:sp>
        <p:nvSpPr>
          <p:cNvPr id="3" name="Rettangolo 2">
            <a:extLst>
              <a:ext uri="{FF2B5EF4-FFF2-40B4-BE49-F238E27FC236}">
                <a16:creationId xmlns:a16="http://schemas.microsoft.com/office/drawing/2014/main" id="{1DF289AA-9FF2-4364-A0CF-03DACB320303}"/>
              </a:ext>
            </a:extLst>
          </p:cNvPr>
          <p:cNvSpPr>
            <a:spLocks noGrp="1"/>
          </p:cNvSpPr>
          <p:nvPr/>
        </p:nvSpPr>
        <p:spPr>
          <a:xfrm>
            <a:off x="495300" y="3533775"/>
            <a:ext cx="11201400" cy="45719"/>
          </a:xfrm>
          <a:prstGeom prst="rect">
            <a:avLst/>
          </a:prstGeom>
          <a:solidFill>
            <a:schemeClr val="bg1"/>
          </a:solidFill>
          <a:ln w="0">
            <a:noFill/>
            <a:prstDash val="solid"/>
          </a:ln>
        </p:spPr>
        <p:txBody>
          <a:bodyPr/>
          <a:lstStyle/>
          <a:p>
            <a:endParaRPr lang="it-IT" dirty="0"/>
          </a:p>
        </p:txBody>
      </p:sp>
      <p:sp>
        <p:nvSpPr>
          <p:cNvPr id="4" name="Rettangolo 3">
            <a:extLst>
              <a:ext uri="{FF2B5EF4-FFF2-40B4-BE49-F238E27FC236}">
                <a16:creationId xmlns:a16="http://schemas.microsoft.com/office/drawing/2014/main" id="{0DDD2D60-E67C-4008-876D-646754F4A83A}"/>
              </a:ext>
            </a:extLst>
          </p:cNvPr>
          <p:cNvSpPr>
            <a:spLocks noGrp="1"/>
          </p:cNvSpPr>
          <p:nvPr/>
        </p:nvSpPr>
        <p:spPr>
          <a:xfrm>
            <a:off x="8105774" y="3790950"/>
            <a:ext cx="3409950" cy="342900"/>
          </a:xfrm>
          <a:prstGeom prst="rect">
            <a:avLst/>
          </a:prstGeom>
          <a:noFill/>
          <a:ln w="0">
            <a:noFill/>
            <a:prstDash val="solid"/>
          </a:ln>
        </p:spPr>
        <p:txBody>
          <a:bodyPr wrap="square" lIns="0" tIns="0" rIns="0" bIns="0" anchor="t">
            <a:noAutofit/>
          </a:bodyPr>
          <a:lstStyle/>
          <a:p>
            <a:pPr algn="r">
              <a:buNone/>
              <a:defRPr sz="1800" b="1">
                <a:solidFill>
                  <a:srgbClr val="FFFFFF"/>
                </a:solidFill>
                <a:latin typeface="Arial"/>
                <a:ea typeface="Arial"/>
                <a:cs typeface="Arial"/>
              </a:defRPr>
            </a:pPr>
            <a:r>
              <a:rPr sz="1800" dirty="0">
                <a:solidFill>
                  <a:srgbClr val="FFFFFF"/>
                </a:solidFill>
                <a:latin typeface="Arial"/>
                <a:ea typeface="Arial"/>
                <a:cs typeface="Arial"/>
              </a:rPr>
              <a:t>Lello Molinario  ·  70/90/00369</a:t>
            </a:r>
          </a:p>
        </p:txBody>
      </p:sp>
      <p:sp>
        <p:nvSpPr>
          <p:cNvPr id="5" name="Rettangolo 4">
            <a:extLst>
              <a:ext uri="{FF2B5EF4-FFF2-40B4-BE49-F238E27FC236}">
                <a16:creationId xmlns:a16="http://schemas.microsoft.com/office/drawing/2014/main" id="{CCA870A5-D370-4500-B03F-A3ADCA8AA68C}"/>
              </a:ext>
            </a:extLst>
          </p:cNvPr>
          <p:cNvSpPr>
            <a:spLocks noGrp="1"/>
          </p:cNvSpPr>
          <p:nvPr/>
        </p:nvSpPr>
        <p:spPr>
          <a:xfrm>
            <a:off x="676276" y="3790950"/>
            <a:ext cx="5905500" cy="914400"/>
          </a:xfrm>
          <a:prstGeom prst="rect">
            <a:avLst/>
          </a:prstGeom>
          <a:noFill/>
          <a:ln w="0">
            <a:noFill/>
            <a:prstDash val="solid"/>
          </a:ln>
        </p:spPr>
        <p:txBody>
          <a:bodyPr wrap="square" lIns="0" tIns="0" rIns="0" bIns="0" anchor="t">
            <a:noAutofit/>
          </a:bodyPr>
          <a:lstStyle/>
          <a:p>
            <a:pPr algn="l">
              <a:buNone/>
              <a:defRPr sz="1500" b="0">
                <a:solidFill>
                  <a:srgbClr val="DCE4F3"/>
                </a:solidFill>
                <a:latin typeface="Arial"/>
                <a:ea typeface="Arial"/>
                <a:cs typeface="Arial"/>
              </a:defRPr>
            </a:pPr>
            <a:r>
              <a:rPr sz="1500" b="0" dirty="0">
                <a:solidFill>
                  <a:srgbClr val="DCE4F3"/>
                </a:solidFill>
                <a:latin typeface="Arial"/>
                <a:ea typeface="Arial"/>
                <a:cs typeface="Arial"/>
              </a:rPr>
              <a:t>Advisor: Prof. Davide Maiorca</a:t>
            </a:r>
            <a:endParaRPr lang="it-IT" sz="1500" b="0" dirty="0">
              <a:solidFill>
                <a:srgbClr val="DCE4F3"/>
              </a:solidFill>
              <a:latin typeface="Arial"/>
              <a:ea typeface="Arial"/>
              <a:cs typeface="Arial"/>
            </a:endParaRPr>
          </a:p>
          <a:p>
            <a:pPr algn="l">
              <a:buNone/>
              <a:defRPr sz="1500" b="0">
                <a:solidFill>
                  <a:srgbClr val="DCE4F3"/>
                </a:solidFill>
                <a:latin typeface="Arial"/>
                <a:ea typeface="Arial"/>
                <a:cs typeface="Arial"/>
              </a:defRPr>
            </a:pPr>
            <a:endParaRPr sz="1500" b="0" dirty="0">
              <a:solidFill>
                <a:srgbClr val="DCE4F3"/>
              </a:solidFill>
              <a:latin typeface="Arial"/>
              <a:ea typeface="Arial"/>
              <a:cs typeface="Arial"/>
            </a:endParaRPr>
          </a:p>
          <a:p>
            <a:pPr algn="l">
              <a:buNone/>
              <a:defRPr sz="1500" b="0">
                <a:solidFill>
                  <a:srgbClr val="DCE4F3"/>
                </a:solidFill>
                <a:latin typeface="Arial"/>
                <a:ea typeface="Arial"/>
                <a:cs typeface="Arial"/>
              </a:defRPr>
            </a:pPr>
            <a:r>
              <a:rPr sz="1500" b="0" dirty="0">
                <a:solidFill>
                  <a:srgbClr val="DCE4F3"/>
                </a:solidFill>
                <a:latin typeface="Arial"/>
                <a:ea typeface="Arial"/>
                <a:cs typeface="Arial"/>
              </a:rPr>
              <a:t>Co-Advisor: Silvia Lucia Sanna, Ph.D.</a:t>
            </a:r>
          </a:p>
        </p:txBody>
      </p:sp>
      <p:sp>
        <p:nvSpPr>
          <p:cNvPr id="8" name="CasellaDiTesto 7">
            <a:extLst>
              <a:ext uri="{FF2B5EF4-FFF2-40B4-BE49-F238E27FC236}">
                <a16:creationId xmlns:a16="http://schemas.microsoft.com/office/drawing/2014/main" id="{D95BBAFA-9D4F-7534-4FC8-1E9AE9DD9C61}"/>
              </a:ext>
            </a:extLst>
          </p:cNvPr>
          <p:cNvSpPr txBox="1"/>
          <p:nvPr/>
        </p:nvSpPr>
        <p:spPr>
          <a:xfrm>
            <a:off x="4817269" y="4725084"/>
            <a:ext cx="2557462" cy="323165"/>
          </a:xfrm>
          <a:prstGeom prst="rect">
            <a:avLst/>
          </a:prstGeom>
          <a:noFill/>
        </p:spPr>
        <p:txBody>
          <a:bodyPr wrap="square">
            <a:spAutoFit/>
          </a:bodyPr>
          <a:lstStyle/>
          <a:p>
            <a:pPr algn="l">
              <a:buNone/>
              <a:defRPr sz="1500" b="0">
                <a:solidFill>
                  <a:srgbClr val="DCE4F3"/>
                </a:solidFill>
                <a:latin typeface="Arial"/>
                <a:ea typeface="Arial"/>
                <a:cs typeface="Arial"/>
              </a:defRPr>
            </a:pPr>
            <a:r>
              <a:rPr lang="it-IT" sz="1500" b="0" dirty="0" err="1">
                <a:solidFill>
                  <a:srgbClr val="DCE4F3"/>
                </a:solidFill>
                <a:latin typeface="Arial"/>
                <a:ea typeface="Arial"/>
                <a:cs typeface="Arial"/>
              </a:rPr>
              <a:t>Academic</a:t>
            </a:r>
            <a:r>
              <a:rPr lang="it-IT" sz="1500" b="0" dirty="0">
                <a:solidFill>
                  <a:srgbClr val="DCE4F3"/>
                </a:solidFill>
                <a:latin typeface="Arial"/>
                <a:ea typeface="Arial"/>
                <a:cs typeface="Arial"/>
              </a:rPr>
              <a:t> </a:t>
            </a:r>
            <a:r>
              <a:rPr lang="it-IT" sz="1500" b="0" dirty="0" err="1">
                <a:solidFill>
                  <a:srgbClr val="DCE4F3"/>
                </a:solidFill>
                <a:latin typeface="Arial"/>
                <a:ea typeface="Arial"/>
                <a:cs typeface="Arial"/>
              </a:rPr>
              <a:t>Year</a:t>
            </a:r>
            <a:r>
              <a:rPr lang="it-IT" sz="1500" b="0" dirty="0">
                <a:solidFill>
                  <a:srgbClr val="DCE4F3"/>
                </a:solidFill>
                <a:latin typeface="Arial"/>
                <a:ea typeface="Arial"/>
                <a:cs typeface="Arial"/>
              </a:rPr>
              <a:t> 2025/2026</a:t>
            </a:r>
          </a:p>
        </p:txBody>
      </p:sp>
    </p:spTree>
    <p:extLst>
      <p:ext uri="{BB962C8B-B14F-4D97-AF65-F5344CB8AC3E}">
        <p14:creationId xmlns:p14="http://schemas.microsoft.com/office/powerpoint/2010/main" val="25308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B8A7D5BD-3F8A-4BB6-975D-5266EF1DB7CC}"/>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F588B664-C98E-41C9-A1E0-71858EDC400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a:ext uri="{FF2B5EF4-FFF2-40B4-BE49-F238E27FC236}">
                <a16:creationId xmlns:a16="http://schemas.microsoft.com/office/drawing/2014/main" id="{8C61DB06-AF65-4B2C-AA7F-B35A9C8C91A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965599AD-B896-4974-A1A2-CBC1B2481DA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E12A901-ED39-4DD2-822A-E7619785E99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02</a:t>
            </a:r>
          </a:p>
        </p:txBody>
      </p:sp>
      <p:sp>
        <p:nvSpPr>
          <p:cNvPr id="6" name="Rettangolo con angoli arrotondati 5">
            <a:extLst>
              <a:ext uri="{FF2B5EF4-FFF2-40B4-BE49-F238E27FC236}">
                <a16:creationId xmlns:a16="http://schemas.microsoft.com/office/drawing/2014/main" id="{295FDD48-F0EC-46C5-B827-2A805C95A516}"/>
              </a:ext>
            </a:extLst>
          </p:cNvPr>
          <p:cNvSpPr>
            <a:spLocks noGrp="1"/>
          </p:cNvSpPr>
          <p:nvPr/>
        </p:nvSpPr>
        <p:spPr>
          <a:xfrm>
            <a:off x="685800" y="1524000"/>
            <a:ext cx="3048000" cy="1200150"/>
          </a:xfrm>
          <a:prstGeom prst="roundRect">
            <a:avLst>
              <a:gd name="adj" fmla="val 14286"/>
            </a:avLst>
          </a:prstGeom>
          <a:solidFill>
            <a:srgbClr val="FFFFFF"/>
          </a:solidFill>
          <a:ln w="9525">
            <a:solidFill>
              <a:srgbClr val="D9DEE8"/>
            </a:solidFill>
            <a:prstDash val="solid"/>
          </a:ln>
        </p:spPr>
        <p:txBody>
          <a:bodyPr/>
          <a:lstStyle/>
          <a:p>
            <a:endParaRPr lang="it-IT"/>
          </a:p>
        </p:txBody>
      </p:sp>
      <p:sp>
        <p:nvSpPr>
          <p:cNvPr id="7" name="Rettangolo 6">
            <a:extLst>
              <a:ext uri="{FF2B5EF4-FFF2-40B4-BE49-F238E27FC236}">
                <a16:creationId xmlns:a16="http://schemas.microsoft.com/office/drawing/2014/main" id="{134106DB-7DBE-4BE2-AF47-E9B1070376D7}"/>
              </a:ext>
            </a:extLst>
          </p:cNvPr>
          <p:cNvSpPr>
            <a:spLocks noGrp="1"/>
          </p:cNvSpPr>
          <p:nvPr/>
        </p:nvSpPr>
        <p:spPr>
          <a:xfrm>
            <a:off x="8763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a:ext uri="{FF2B5EF4-FFF2-40B4-BE49-F238E27FC236}">
                <a16:creationId xmlns:a16="http://schemas.microsoft.com/office/drawing/2014/main" id="{6866549D-9D17-463F-9BE9-DC9437B3FE8D}"/>
              </a:ext>
            </a:extLst>
          </p:cNvPr>
          <p:cNvSpPr>
            <a:spLocks noGrp="1"/>
          </p:cNvSpPr>
          <p:nvPr/>
        </p:nvSpPr>
        <p:spPr>
          <a:xfrm>
            <a:off x="8763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a:ext uri="{FF2B5EF4-FFF2-40B4-BE49-F238E27FC236}">
                <a16:creationId xmlns:a16="http://schemas.microsoft.com/office/drawing/2014/main" id="{1B4F03EB-5A2C-471C-ABF0-97B8F80F2258}"/>
              </a:ext>
            </a:extLst>
          </p:cNvPr>
          <p:cNvSpPr>
            <a:spLocks noGrp="1"/>
          </p:cNvSpPr>
          <p:nvPr/>
        </p:nvSpPr>
        <p:spPr>
          <a:xfrm>
            <a:off x="4343400" y="1524000"/>
            <a:ext cx="3048000" cy="1200150"/>
          </a:xfrm>
          <a:prstGeom prst="roundRect">
            <a:avLst>
              <a:gd name="adj" fmla="val 14286"/>
            </a:avLst>
          </a:prstGeom>
          <a:solidFill>
            <a:srgbClr val="E9EEF8"/>
          </a:solidFill>
          <a:ln w="9525">
            <a:solidFill>
              <a:srgbClr val="E9EEF8"/>
            </a:solidFill>
            <a:prstDash val="solid"/>
          </a:ln>
        </p:spPr>
        <p:txBody>
          <a:bodyPr/>
          <a:lstStyle/>
          <a:p>
            <a:endParaRPr lang="it-IT"/>
          </a:p>
        </p:txBody>
      </p:sp>
      <p:sp>
        <p:nvSpPr>
          <p:cNvPr id="10" name="Rettangolo 9">
            <a:extLst>
              <a:ext uri="{FF2B5EF4-FFF2-40B4-BE49-F238E27FC236}">
                <a16:creationId xmlns:a16="http://schemas.microsoft.com/office/drawing/2014/main" id="{AFC8020C-45AE-4038-A8C9-738588A763B5}"/>
              </a:ext>
            </a:extLst>
          </p:cNvPr>
          <p:cNvSpPr>
            <a:spLocks noGrp="1"/>
          </p:cNvSpPr>
          <p:nvPr/>
        </p:nvSpPr>
        <p:spPr>
          <a:xfrm>
            <a:off x="45339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a:ext uri="{FF2B5EF4-FFF2-40B4-BE49-F238E27FC236}">
                <a16:creationId xmlns:a16="http://schemas.microsoft.com/office/drawing/2014/main" id="{C33FDAE1-0BA9-4918-83D0-329C1792220C}"/>
              </a:ext>
            </a:extLst>
          </p:cNvPr>
          <p:cNvSpPr>
            <a:spLocks noGrp="1"/>
          </p:cNvSpPr>
          <p:nvPr/>
        </p:nvSpPr>
        <p:spPr>
          <a:xfrm>
            <a:off x="45339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a:ext uri="{FF2B5EF4-FFF2-40B4-BE49-F238E27FC236}">
                <a16:creationId xmlns:a16="http://schemas.microsoft.com/office/drawing/2014/main" id="{4C845868-F781-47A9-940E-F0CDBB7371DC}"/>
              </a:ext>
            </a:extLst>
          </p:cNvPr>
          <p:cNvSpPr>
            <a:spLocks noGrp="1"/>
          </p:cNvSpPr>
          <p:nvPr/>
        </p:nvSpPr>
        <p:spPr>
          <a:xfrm>
            <a:off x="8001000" y="1524000"/>
            <a:ext cx="3048000" cy="1200150"/>
          </a:xfrm>
          <a:prstGeom prst="roundRect">
            <a:avLst>
              <a:gd name="adj" fmla="val 14286"/>
            </a:avLst>
          </a:prstGeom>
          <a:solidFill>
            <a:srgbClr val="FBEAEA"/>
          </a:solidFill>
          <a:ln w="9525">
            <a:solidFill>
              <a:srgbClr val="FBEAEA"/>
            </a:solidFill>
            <a:prstDash val="solid"/>
          </a:ln>
        </p:spPr>
        <p:txBody>
          <a:bodyPr/>
          <a:lstStyle/>
          <a:p>
            <a:endParaRPr lang="it-IT"/>
          </a:p>
        </p:txBody>
      </p:sp>
      <p:sp>
        <p:nvSpPr>
          <p:cNvPr id="13" name="Rettangolo 12">
            <a:extLst>
              <a:ext uri="{FF2B5EF4-FFF2-40B4-BE49-F238E27FC236}">
                <a16:creationId xmlns:a16="http://schemas.microsoft.com/office/drawing/2014/main" id="{E1D87471-E992-400B-8BA5-98A79A7C8C69}"/>
              </a:ext>
            </a:extLst>
          </p:cNvPr>
          <p:cNvSpPr>
            <a:spLocks noGrp="1"/>
          </p:cNvSpPr>
          <p:nvPr/>
        </p:nvSpPr>
        <p:spPr>
          <a:xfrm>
            <a:off x="81915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a:ext uri="{FF2B5EF4-FFF2-40B4-BE49-F238E27FC236}">
                <a16:creationId xmlns:a16="http://schemas.microsoft.com/office/drawing/2014/main" id="{B0C05342-6D6D-4097-A670-5979C502D4B5}"/>
              </a:ext>
            </a:extLst>
          </p:cNvPr>
          <p:cNvSpPr>
            <a:spLocks noGrp="1"/>
          </p:cNvSpPr>
          <p:nvPr/>
        </p:nvSpPr>
        <p:spPr>
          <a:xfrm>
            <a:off x="81915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a:ext uri="{FF2B5EF4-FFF2-40B4-BE49-F238E27FC236}">
                <a16:creationId xmlns:a16="http://schemas.microsoft.com/office/drawing/2014/main" id="{BE95789F-29F4-458B-9109-B5F4176210EA}"/>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a:ext uri="{FF2B5EF4-FFF2-40B4-BE49-F238E27FC236}">
                <a16:creationId xmlns:a16="http://schemas.microsoft.com/office/drawing/2014/main" id="{B813C1EC-E4C9-443B-9424-97804AB1F480}"/>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a:ext uri="{FF2B5EF4-FFF2-40B4-BE49-F238E27FC236}">
                <a16:creationId xmlns:a16="http://schemas.microsoft.com/office/drawing/2014/main" id="{4EBFE33E-8979-4761-84B8-587E7AC16DD3}"/>
              </a:ext>
            </a:extLst>
          </p:cNvPr>
          <p:cNvSpPr>
            <a:spLocks noGrp="1"/>
          </p:cNvSpPr>
          <p:nvPr/>
        </p:nvSpPr>
        <p:spPr>
          <a:xfrm>
            <a:off x="1123950" y="3162300"/>
            <a:ext cx="9944100" cy="1352550"/>
          </a:xfrm>
          <a:prstGeom prst="roundRect">
            <a:avLst>
              <a:gd name="adj" fmla="val 12676"/>
            </a:avLst>
          </a:prstGeom>
          <a:solidFill>
            <a:srgbClr val="233A70"/>
          </a:solidFill>
          <a:ln w="0">
            <a:noFill/>
            <a:prstDash val="solid"/>
          </a:ln>
        </p:spPr>
        <p:txBody>
          <a:bodyPr/>
          <a:lstStyle/>
          <a:p>
            <a:endParaRPr lang="it-IT"/>
          </a:p>
        </p:txBody>
      </p:sp>
      <p:sp>
        <p:nvSpPr>
          <p:cNvPr id="18" name="Rettangolo 17">
            <a:extLst>
              <a:ext uri="{FF2B5EF4-FFF2-40B4-BE49-F238E27FC236}">
                <a16:creationId xmlns:a16="http://schemas.microsoft.com/office/drawing/2014/main" id="{77611C6C-126C-490B-8FFB-2004E5871B70}"/>
              </a:ext>
            </a:extLst>
          </p:cNvPr>
          <p:cNvSpPr>
            <a:spLocks noGrp="1"/>
          </p:cNvSpPr>
          <p:nvPr/>
        </p:nvSpPr>
        <p:spPr>
          <a:xfrm>
            <a:off x="1504950" y="3429000"/>
            <a:ext cx="9182100" cy="800100"/>
          </a:xfrm>
          <a:prstGeom prst="rect">
            <a:avLst/>
          </a:prstGeom>
          <a:noFill/>
          <a:ln w="0">
            <a:noFill/>
            <a:prstDash val="solid"/>
          </a:ln>
        </p:spPr>
        <p:txBody>
          <a:bodyPr wrap="square" lIns="0" tIns="0" rIns="0" bIns="0" anchor="ctr">
            <a:noAutofit/>
          </a:bodyPr>
          <a:lstStyle/>
          <a:p>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a:ext uri="{FF2B5EF4-FFF2-40B4-BE49-F238E27FC236}">
                <a16:creationId xmlns:a16="http://schemas.microsoft.com/office/drawing/2014/main" id="{DDA7D3C5-CB47-4C4D-BA38-0571EC45CEF8}"/>
              </a:ext>
            </a:extLst>
          </p:cNvPr>
          <p:cNvSpPr>
            <a:spLocks noGrp="1"/>
          </p:cNvSpPr>
          <p:nvPr/>
        </p:nvSpPr>
        <p:spPr>
          <a:xfrm>
            <a:off x="876300" y="4857750"/>
            <a:ext cx="9982200" cy="476250"/>
          </a:xfrm>
          <a:prstGeom prst="rect">
            <a:avLst/>
          </a:prstGeom>
          <a:noFill/>
          <a:ln w="0">
            <a:noFill/>
            <a:prstDash val="solid"/>
          </a:ln>
        </p:spPr>
        <p:txBody>
          <a:bodyPr wrap="square" lIns="0" tIns="0" rIns="0" bIns="0" anchor="ctr">
            <a:noAutofit/>
          </a:bodyPr>
          <a:lstStyle/>
          <a:p>
            <a:pPr algn="ctr">
              <a:buNone/>
              <a:defRPr sz="1575" b="0">
                <a:solidFill>
                  <a:srgbClr val="5B6577"/>
                </a:solidFill>
                <a:latin typeface="Arial"/>
                <a:ea typeface="Arial"/>
                <a:cs typeface="Arial"/>
              </a:defRPr>
            </a:pPr>
            <a:r>
              <a:rPr sz="1575" b="0" dirty="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a:ext uri="{FF2B5EF4-FFF2-40B4-BE49-F238E27FC236}">
                <a16:creationId xmlns:a16="http://schemas.microsoft.com/office/drawing/2014/main" id="{59855B48-B64C-42AD-8C97-0C65B6AAAAF3}"/>
              </a:ext>
            </a:extLst>
          </p:cNvPr>
          <p:cNvSpPr>
            <a:spLocks noGrp="1"/>
          </p:cNvSpPr>
          <p:nvPr/>
        </p:nvSpPr>
        <p:spPr>
          <a:xfrm>
            <a:off x="2000250" y="5600700"/>
            <a:ext cx="8191500" cy="514350"/>
          </a:xfrm>
          <a:prstGeom prst="roundRect">
            <a:avLst>
              <a:gd name="adj" fmla="val 25926"/>
            </a:avLst>
          </a:prstGeom>
          <a:solidFill>
            <a:srgbClr val="E7F8F0"/>
          </a:solidFill>
          <a:ln w="0">
            <a:noFill/>
            <a:prstDash val="solid"/>
          </a:ln>
        </p:spPr>
        <p:txBody>
          <a:bodyPr/>
          <a:lstStyle/>
          <a:p>
            <a:endParaRPr lang="it-IT"/>
          </a:p>
        </p:txBody>
      </p:sp>
      <p:sp>
        <p:nvSpPr>
          <p:cNvPr id="21" name="Rettangolo 20">
            <a:extLst>
              <a:ext uri="{FF2B5EF4-FFF2-40B4-BE49-F238E27FC236}">
                <a16:creationId xmlns:a16="http://schemas.microsoft.com/office/drawing/2014/main" id="{C5A6713C-2452-4272-91E6-86D11A7F5573}"/>
              </a:ext>
            </a:extLst>
          </p:cNvPr>
          <p:cNvSpPr>
            <a:spLocks noGrp="1"/>
          </p:cNvSpPr>
          <p:nvPr/>
        </p:nvSpPr>
        <p:spPr>
          <a:xfrm>
            <a:off x="2266950" y="5743575"/>
            <a:ext cx="7658100" cy="2476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147952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2" name="Rettangolo 31">
            <a:extLst>
              <a:ext uri="{FF2B5EF4-FFF2-40B4-BE49-F238E27FC236}">
                <a16:creationId xmlns:a16="http://schemas.microsoft.com/office/drawing/2014/main" id="{6C0B1A53-D25B-4A63-AC3D-8F73AF1B454A}"/>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9BB695DD-AE95-440C-B8F5-952448E18C0F}"/>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a:ext uri="{FF2B5EF4-FFF2-40B4-BE49-F238E27FC236}">
                <a16:creationId xmlns:a16="http://schemas.microsoft.com/office/drawing/2014/main" id="{043FF31C-DB46-4E33-817A-CBBE738643F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D319FC2A-5C48-4679-98E3-D8A119AEE97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B214099-1E39-4983-88F2-9CF7A1ED250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03</a:t>
            </a:r>
          </a:p>
        </p:txBody>
      </p:sp>
      <p:sp>
        <p:nvSpPr>
          <p:cNvPr id="6" name="Rettangolo con angoli arrotondati 5">
            <a:extLst>
              <a:ext uri="{FF2B5EF4-FFF2-40B4-BE49-F238E27FC236}">
                <a16:creationId xmlns:a16="http://schemas.microsoft.com/office/drawing/2014/main" id="{F91845BA-A49A-4FC8-8C94-20F23A40393D}"/>
              </a:ext>
            </a:extLst>
          </p:cNvPr>
          <p:cNvSpPr>
            <a:spLocks noGrp="1"/>
          </p:cNvSpPr>
          <p:nvPr/>
        </p:nvSpPr>
        <p:spPr>
          <a:xfrm>
            <a:off x="685800" y="1524000"/>
            <a:ext cx="3048000" cy="1200150"/>
          </a:xfrm>
          <a:prstGeom prst="roundRect">
            <a:avLst>
              <a:gd name="adj" fmla="val 12698"/>
            </a:avLst>
          </a:prstGeom>
          <a:solidFill>
            <a:srgbClr val="FFFFFF"/>
          </a:solidFill>
          <a:ln w="9525">
            <a:solidFill>
              <a:srgbClr val="D9DEE8"/>
            </a:solidFill>
            <a:prstDash val="solid"/>
          </a:ln>
        </p:spPr>
        <p:txBody>
          <a:bodyPr/>
          <a:lstStyle/>
          <a:p>
            <a:endParaRPr lang="it-IT"/>
          </a:p>
        </p:txBody>
      </p:sp>
      <p:sp>
        <p:nvSpPr>
          <p:cNvPr id="7" name="Rettangolo 6">
            <a:extLst>
              <a:ext uri="{FF2B5EF4-FFF2-40B4-BE49-F238E27FC236}">
                <a16:creationId xmlns:a16="http://schemas.microsoft.com/office/drawing/2014/main" id="{4B2F791D-898D-4C09-88CD-BCF8DAF22C9B}"/>
              </a:ext>
            </a:extLst>
          </p:cNvPr>
          <p:cNvSpPr>
            <a:spLocks noGrp="1"/>
          </p:cNvSpPr>
          <p:nvPr/>
        </p:nvSpPr>
        <p:spPr>
          <a:xfrm>
            <a:off x="8763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a:ext uri="{FF2B5EF4-FFF2-40B4-BE49-F238E27FC236}">
                <a16:creationId xmlns:a16="http://schemas.microsoft.com/office/drawing/2014/main" id="{DD23DB3C-604D-4EEA-A4FA-3C66E44C8E4F}"/>
              </a:ext>
            </a:extLst>
          </p:cNvPr>
          <p:cNvSpPr>
            <a:spLocks noGrp="1"/>
          </p:cNvSpPr>
          <p:nvPr/>
        </p:nvSpPr>
        <p:spPr>
          <a:xfrm>
            <a:off x="8763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a:ext uri="{FF2B5EF4-FFF2-40B4-BE49-F238E27FC236}">
                <a16:creationId xmlns:a16="http://schemas.microsoft.com/office/drawing/2014/main" id="{99A661A2-1646-46C8-B23D-CEAE1DEB18C1}"/>
              </a:ext>
            </a:extLst>
          </p:cNvPr>
          <p:cNvSpPr>
            <a:spLocks noGrp="1"/>
          </p:cNvSpPr>
          <p:nvPr/>
        </p:nvSpPr>
        <p:spPr>
          <a:xfrm>
            <a:off x="4343400" y="1524000"/>
            <a:ext cx="3048000" cy="1200150"/>
          </a:xfrm>
          <a:prstGeom prst="roundRect">
            <a:avLst>
              <a:gd name="adj" fmla="val 12698"/>
            </a:avLst>
          </a:prstGeom>
          <a:solidFill>
            <a:srgbClr val="E7F8F0"/>
          </a:solidFill>
          <a:ln w="9525">
            <a:solidFill>
              <a:srgbClr val="E7F8F0"/>
            </a:solidFill>
            <a:prstDash val="solid"/>
          </a:ln>
        </p:spPr>
        <p:txBody>
          <a:bodyPr/>
          <a:lstStyle/>
          <a:p>
            <a:endParaRPr lang="it-IT"/>
          </a:p>
        </p:txBody>
      </p:sp>
      <p:sp>
        <p:nvSpPr>
          <p:cNvPr id="10" name="Rettangolo 9">
            <a:extLst>
              <a:ext uri="{FF2B5EF4-FFF2-40B4-BE49-F238E27FC236}">
                <a16:creationId xmlns:a16="http://schemas.microsoft.com/office/drawing/2014/main" id="{AFED12D9-FF88-4E60-BD67-EFEB869BA78A}"/>
              </a:ext>
            </a:extLst>
          </p:cNvPr>
          <p:cNvSpPr>
            <a:spLocks noGrp="1"/>
          </p:cNvSpPr>
          <p:nvPr/>
        </p:nvSpPr>
        <p:spPr>
          <a:xfrm>
            <a:off x="45339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a:ext uri="{FF2B5EF4-FFF2-40B4-BE49-F238E27FC236}">
                <a16:creationId xmlns:a16="http://schemas.microsoft.com/office/drawing/2014/main" id="{3160162F-71B4-4503-94D0-C14C526A20C3}"/>
              </a:ext>
            </a:extLst>
          </p:cNvPr>
          <p:cNvSpPr>
            <a:spLocks noGrp="1"/>
          </p:cNvSpPr>
          <p:nvPr/>
        </p:nvSpPr>
        <p:spPr>
          <a:xfrm>
            <a:off x="45339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a:ext uri="{FF2B5EF4-FFF2-40B4-BE49-F238E27FC236}">
                <a16:creationId xmlns:a16="http://schemas.microsoft.com/office/drawing/2014/main" id="{4441295A-C9D9-4A2C-BE6D-DA5D40668718}"/>
              </a:ext>
            </a:extLst>
          </p:cNvPr>
          <p:cNvSpPr>
            <a:spLocks noGrp="1"/>
          </p:cNvSpPr>
          <p:nvPr/>
        </p:nvSpPr>
        <p:spPr>
          <a:xfrm>
            <a:off x="8001000" y="1524000"/>
            <a:ext cx="3048000" cy="1200150"/>
          </a:xfrm>
          <a:prstGeom prst="roundRect">
            <a:avLst>
              <a:gd name="adj" fmla="val 12698"/>
            </a:avLst>
          </a:prstGeom>
          <a:solidFill>
            <a:srgbClr val="E9EEF8"/>
          </a:solidFill>
          <a:ln w="9525">
            <a:solidFill>
              <a:srgbClr val="E9EEF8"/>
            </a:solidFill>
            <a:prstDash val="solid"/>
          </a:ln>
        </p:spPr>
        <p:txBody>
          <a:bodyPr/>
          <a:lstStyle/>
          <a:p>
            <a:endParaRPr lang="it-IT"/>
          </a:p>
        </p:txBody>
      </p:sp>
      <p:sp>
        <p:nvSpPr>
          <p:cNvPr id="13" name="Rettangolo 12">
            <a:extLst>
              <a:ext uri="{FF2B5EF4-FFF2-40B4-BE49-F238E27FC236}">
                <a16:creationId xmlns:a16="http://schemas.microsoft.com/office/drawing/2014/main" id="{338253A6-A215-4512-91B2-D613B8843D99}"/>
              </a:ext>
            </a:extLst>
          </p:cNvPr>
          <p:cNvSpPr>
            <a:spLocks noGrp="1"/>
          </p:cNvSpPr>
          <p:nvPr/>
        </p:nvSpPr>
        <p:spPr>
          <a:xfrm>
            <a:off x="81915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a:ext uri="{FF2B5EF4-FFF2-40B4-BE49-F238E27FC236}">
                <a16:creationId xmlns:a16="http://schemas.microsoft.com/office/drawing/2014/main" id="{2E74B2CF-06EF-494C-B330-0AB6D414FA74}"/>
              </a:ext>
            </a:extLst>
          </p:cNvPr>
          <p:cNvSpPr>
            <a:spLocks noGrp="1"/>
          </p:cNvSpPr>
          <p:nvPr/>
        </p:nvSpPr>
        <p:spPr>
          <a:xfrm>
            <a:off x="81915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a:ext uri="{FF2B5EF4-FFF2-40B4-BE49-F238E27FC236}">
                <a16:creationId xmlns:a16="http://schemas.microsoft.com/office/drawing/2014/main" id="{D680E11F-9529-4EA7-B8B2-3E7934F1DACD}"/>
              </a:ext>
            </a:extLst>
          </p:cNvPr>
          <p:cNvSpPr>
            <a:spLocks noGrp="1"/>
          </p:cNvSpPr>
          <p:nvPr/>
        </p:nvSpPr>
        <p:spPr>
          <a:xfrm>
            <a:off x="8001000" y="3409950"/>
            <a:ext cx="3048000" cy="1200150"/>
          </a:xfrm>
          <a:prstGeom prst="roundRect">
            <a:avLst>
              <a:gd name="adj" fmla="val 12698"/>
            </a:avLst>
          </a:prstGeom>
          <a:solidFill>
            <a:srgbClr val="FFF4CD"/>
          </a:solidFill>
          <a:ln w="9525">
            <a:solidFill>
              <a:srgbClr val="FFF4CD"/>
            </a:solidFill>
            <a:prstDash val="solid"/>
          </a:ln>
        </p:spPr>
        <p:txBody>
          <a:bodyPr/>
          <a:lstStyle/>
          <a:p>
            <a:endParaRPr lang="it-IT"/>
          </a:p>
        </p:txBody>
      </p:sp>
      <p:sp>
        <p:nvSpPr>
          <p:cNvPr id="16" name="Rettangolo 15">
            <a:extLst>
              <a:ext uri="{FF2B5EF4-FFF2-40B4-BE49-F238E27FC236}">
                <a16:creationId xmlns:a16="http://schemas.microsoft.com/office/drawing/2014/main" id="{2EEF2A37-33E3-4CAF-8CCD-8C45ED364321}"/>
              </a:ext>
            </a:extLst>
          </p:cNvPr>
          <p:cNvSpPr>
            <a:spLocks noGrp="1"/>
          </p:cNvSpPr>
          <p:nvPr/>
        </p:nvSpPr>
        <p:spPr>
          <a:xfrm>
            <a:off x="81915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a:ext uri="{FF2B5EF4-FFF2-40B4-BE49-F238E27FC236}">
                <a16:creationId xmlns:a16="http://schemas.microsoft.com/office/drawing/2014/main" id="{BE58FD48-63A5-43A4-AE2D-68109E9A97B5}"/>
              </a:ext>
            </a:extLst>
          </p:cNvPr>
          <p:cNvSpPr>
            <a:spLocks noGrp="1"/>
          </p:cNvSpPr>
          <p:nvPr/>
        </p:nvSpPr>
        <p:spPr>
          <a:xfrm>
            <a:off x="81915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a:ext uri="{FF2B5EF4-FFF2-40B4-BE49-F238E27FC236}">
                <a16:creationId xmlns:a16="http://schemas.microsoft.com/office/drawing/2014/main" id="{6D80ED9B-D274-464D-8DFA-5D4EB141CE12}"/>
              </a:ext>
            </a:extLst>
          </p:cNvPr>
          <p:cNvSpPr>
            <a:spLocks noGrp="1"/>
          </p:cNvSpPr>
          <p:nvPr/>
        </p:nvSpPr>
        <p:spPr>
          <a:xfrm>
            <a:off x="4343400" y="3409950"/>
            <a:ext cx="3048000" cy="1200150"/>
          </a:xfrm>
          <a:prstGeom prst="roundRect">
            <a:avLst>
              <a:gd name="adj" fmla="val 12698"/>
            </a:avLst>
          </a:prstGeom>
          <a:solidFill>
            <a:srgbClr val="FFFFFF"/>
          </a:solidFill>
          <a:ln w="9525">
            <a:solidFill>
              <a:srgbClr val="D9DEE8"/>
            </a:solidFill>
            <a:prstDash val="solid"/>
          </a:ln>
        </p:spPr>
        <p:txBody>
          <a:bodyPr/>
          <a:lstStyle/>
          <a:p>
            <a:endParaRPr lang="it-IT"/>
          </a:p>
        </p:txBody>
      </p:sp>
      <p:sp>
        <p:nvSpPr>
          <p:cNvPr id="19" name="Rettangolo 18">
            <a:extLst>
              <a:ext uri="{FF2B5EF4-FFF2-40B4-BE49-F238E27FC236}">
                <a16:creationId xmlns:a16="http://schemas.microsoft.com/office/drawing/2014/main" id="{8C00595D-2E4C-4798-9AFA-918EB03D6CE1}"/>
              </a:ext>
            </a:extLst>
          </p:cNvPr>
          <p:cNvSpPr>
            <a:spLocks noGrp="1"/>
          </p:cNvSpPr>
          <p:nvPr/>
        </p:nvSpPr>
        <p:spPr>
          <a:xfrm>
            <a:off x="45339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a:ext uri="{FF2B5EF4-FFF2-40B4-BE49-F238E27FC236}">
                <a16:creationId xmlns:a16="http://schemas.microsoft.com/office/drawing/2014/main" id="{25CC8402-52F3-415B-8334-9D28329B23A7}"/>
              </a:ext>
            </a:extLst>
          </p:cNvPr>
          <p:cNvSpPr>
            <a:spLocks noGrp="1"/>
          </p:cNvSpPr>
          <p:nvPr/>
        </p:nvSpPr>
        <p:spPr>
          <a:xfrm>
            <a:off x="45339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a:ext uri="{FF2B5EF4-FFF2-40B4-BE49-F238E27FC236}">
                <a16:creationId xmlns:a16="http://schemas.microsoft.com/office/drawing/2014/main" id="{F96800EB-DDFB-441A-ACC4-724820F4F532}"/>
              </a:ext>
            </a:extLst>
          </p:cNvPr>
          <p:cNvSpPr>
            <a:spLocks noGrp="1"/>
          </p:cNvSpPr>
          <p:nvPr/>
        </p:nvSpPr>
        <p:spPr>
          <a:xfrm>
            <a:off x="685800" y="3409950"/>
            <a:ext cx="3048000" cy="1200150"/>
          </a:xfrm>
          <a:prstGeom prst="roundRect">
            <a:avLst>
              <a:gd name="adj" fmla="val 12698"/>
            </a:avLst>
          </a:prstGeom>
          <a:solidFill>
            <a:srgbClr val="E7F8F0"/>
          </a:solidFill>
          <a:ln w="9525">
            <a:solidFill>
              <a:srgbClr val="E7F8F0"/>
            </a:solidFill>
            <a:prstDash val="solid"/>
          </a:ln>
        </p:spPr>
        <p:txBody>
          <a:bodyPr/>
          <a:lstStyle/>
          <a:p>
            <a:endParaRPr lang="it-IT"/>
          </a:p>
        </p:txBody>
      </p:sp>
      <p:sp>
        <p:nvSpPr>
          <p:cNvPr id="22" name="Rettangolo 21">
            <a:extLst>
              <a:ext uri="{FF2B5EF4-FFF2-40B4-BE49-F238E27FC236}">
                <a16:creationId xmlns:a16="http://schemas.microsoft.com/office/drawing/2014/main" id="{445E9920-1B66-4358-8F69-F6C653EC3630}"/>
              </a:ext>
            </a:extLst>
          </p:cNvPr>
          <p:cNvSpPr>
            <a:spLocks noGrp="1"/>
          </p:cNvSpPr>
          <p:nvPr/>
        </p:nvSpPr>
        <p:spPr>
          <a:xfrm>
            <a:off x="8763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a:ext uri="{FF2B5EF4-FFF2-40B4-BE49-F238E27FC236}">
                <a16:creationId xmlns:a16="http://schemas.microsoft.com/office/drawing/2014/main" id="{80975C52-4A62-447C-ADE4-34216CFBF10A}"/>
              </a:ext>
            </a:extLst>
          </p:cNvPr>
          <p:cNvSpPr>
            <a:spLocks noGrp="1"/>
          </p:cNvSpPr>
          <p:nvPr/>
        </p:nvSpPr>
        <p:spPr>
          <a:xfrm>
            <a:off x="8763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a:ext uri="{FF2B5EF4-FFF2-40B4-BE49-F238E27FC236}">
                <a16:creationId xmlns:a16="http://schemas.microsoft.com/office/drawing/2014/main" id="{38172E1D-A294-4F18-8D9E-59C9800F9A07}"/>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a:ext uri="{FF2B5EF4-FFF2-40B4-BE49-F238E27FC236}">
                <a16:creationId xmlns:a16="http://schemas.microsoft.com/office/drawing/2014/main" id="{B0C79570-604F-4B83-988C-6FFC8922885B}"/>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a:ext uri="{FF2B5EF4-FFF2-40B4-BE49-F238E27FC236}">
                <a16:creationId xmlns:a16="http://schemas.microsoft.com/office/drawing/2014/main" id="{F96F2BBD-EA80-4DB4-86CA-2A3F56F711DE}"/>
              </a:ext>
            </a:extLst>
          </p:cNvPr>
          <p:cNvSpPr>
            <a:spLocks noGrp="1"/>
          </p:cNvSpPr>
          <p:nvPr/>
        </p:nvSpPr>
        <p:spPr>
          <a:xfrm>
            <a:off x="9239250" y="28194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a:ext uri="{FF2B5EF4-FFF2-40B4-BE49-F238E27FC236}">
                <a16:creationId xmlns:a16="http://schemas.microsoft.com/office/drawing/2014/main" id="{44084EFE-410F-44E2-89FE-E361686FEAB1}"/>
              </a:ext>
            </a:extLst>
          </p:cNvPr>
          <p:cNvSpPr>
            <a:spLocks noGrp="1"/>
          </p:cNvSpPr>
          <p:nvPr/>
        </p:nvSpPr>
        <p:spPr>
          <a:xfrm>
            <a:off x="74104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a:ext uri="{FF2B5EF4-FFF2-40B4-BE49-F238E27FC236}">
                <a16:creationId xmlns:a16="http://schemas.microsoft.com/office/drawing/2014/main" id="{28D85B2B-3959-47A8-B720-64C081695514}"/>
              </a:ext>
            </a:extLst>
          </p:cNvPr>
          <p:cNvSpPr>
            <a:spLocks noGrp="1"/>
          </p:cNvSpPr>
          <p:nvPr/>
        </p:nvSpPr>
        <p:spPr>
          <a:xfrm>
            <a:off x="37528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a:ext uri="{FF2B5EF4-FFF2-40B4-BE49-F238E27FC236}">
                <a16:creationId xmlns:a16="http://schemas.microsoft.com/office/drawing/2014/main" id="{2A76AEB6-1FF2-487B-8819-3E7FBEC77FE1}"/>
              </a:ext>
            </a:extLst>
          </p:cNvPr>
          <p:cNvSpPr>
            <a:spLocks noGrp="1"/>
          </p:cNvSpPr>
          <p:nvPr/>
        </p:nvSpPr>
        <p:spPr>
          <a:xfrm>
            <a:off x="1123950" y="5181600"/>
            <a:ext cx="9944100" cy="895350"/>
          </a:xfrm>
          <a:prstGeom prst="roundRect">
            <a:avLst>
              <a:gd name="adj" fmla="val 17021"/>
            </a:avLst>
          </a:prstGeom>
          <a:solidFill>
            <a:srgbClr val="233A70"/>
          </a:solidFill>
          <a:ln w="0">
            <a:noFill/>
            <a:prstDash val="solid"/>
          </a:ln>
        </p:spPr>
        <p:txBody>
          <a:bodyPr/>
          <a:lstStyle/>
          <a:p>
            <a:endParaRPr lang="it-IT"/>
          </a:p>
        </p:txBody>
      </p:sp>
      <p:sp>
        <p:nvSpPr>
          <p:cNvPr id="30" name="Rettangolo 29">
            <a:extLst>
              <a:ext uri="{FF2B5EF4-FFF2-40B4-BE49-F238E27FC236}">
                <a16:creationId xmlns:a16="http://schemas.microsoft.com/office/drawing/2014/main" id="{E50CBE53-BF18-4A80-A29D-95B884CE3AAD}"/>
              </a:ext>
            </a:extLst>
          </p:cNvPr>
          <p:cNvSpPr>
            <a:spLocks noGrp="1"/>
          </p:cNvSpPr>
          <p:nvPr/>
        </p:nvSpPr>
        <p:spPr>
          <a:xfrm>
            <a:off x="1524000" y="5314950"/>
            <a:ext cx="9144000" cy="2286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a:ext uri="{FF2B5EF4-FFF2-40B4-BE49-F238E27FC236}">
                <a16:creationId xmlns:a16="http://schemas.microsoft.com/office/drawing/2014/main" id="{3A3D9C14-794F-4016-9A53-92CC5AA4F5CE}"/>
              </a:ext>
            </a:extLst>
          </p:cNvPr>
          <p:cNvSpPr>
            <a:spLocks noGrp="1"/>
          </p:cNvSpPr>
          <p:nvPr/>
        </p:nvSpPr>
        <p:spPr>
          <a:xfrm>
            <a:off x="1381125" y="5676900"/>
            <a:ext cx="9429750" cy="228600"/>
          </a:xfrm>
          <a:prstGeom prst="rect">
            <a:avLst/>
          </a:prstGeom>
          <a:noFill/>
          <a:ln w="0">
            <a:noFill/>
            <a:prstDash val="solid"/>
          </a:ln>
        </p:spPr>
        <p:txBody>
          <a:bodyPr wrap="square" lIns="0" tIns="0" rIns="0" bIns="0" anchor="t">
            <a:noAutofit/>
          </a:bodyPr>
          <a:lstStyle/>
          <a:p>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93609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F233B7B-EA32-4CE0-BCAD-4A6722324753}"/>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919E34FA-C1B9-47A3-8BA3-61812BD51E7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a:ext uri="{FF2B5EF4-FFF2-40B4-BE49-F238E27FC236}">
                <a16:creationId xmlns:a16="http://schemas.microsoft.com/office/drawing/2014/main" id="{0D8F709E-76E6-4E38-8E82-5BE12BAB121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C66E610D-CF25-46AB-B840-2131076D741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51A81E0D-402E-4998-85C6-567245A7304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04</a:t>
            </a:r>
          </a:p>
        </p:txBody>
      </p:sp>
      <p:sp>
        <p:nvSpPr>
          <p:cNvPr id="6" name="Rettangolo 5">
            <a:extLst>
              <a:ext uri="{FF2B5EF4-FFF2-40B4-BE49-F238E27FC236}">
                <a16:creationId xmlns:a16="http://schemas.microsoft.com/office/drawing/2014/main" id="{52FE96BF-C5D8-4EBB-ADFA-45DAE60C8A98}"/>
              </a:ext>
            </a:extLst>
          </p:cNvPr>
          <p:cNvSpPr>
            <a:spLocks noGrp="1"/>
          </p:cNvSpPr>
          <p:nvPr/>
        </p:nvSpPr>
        <p:spPr>
          <a:xfrm>
            <a:off x="685800" y="1390650"/>
            <a:ext cx="10820400" cy="533400"/>
          </a:xfrm>
          <a:prstGeom prst="rect">
            <a:avLst/>
          </a:prstGeom>
          <a:noFill/>
          <a:ln w="0">
            <a:noFill/>
            <a:prstDash val="solid"/>
          </a:ln>
        </p:spPr>
        <p:txBody>
          <a:bodyPr wrap="square" lIns="0" tIns="0" rIns="0" bIns="0" anchor="t">
            <a:noAutofit/>
          </a:bodyPr>
          <a:lstStyle/>
          <a:p>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a:ext uri="{FF2B5EF4-FFF2-40B4-BE49-F238E27FC236}">
                <a16:creationId xmlns:a16="http://schemas.microsoft.com/office/drawing/2014/main" id="{A8148055-D97E-4B5A-9B6A-F238DC4DBA1C}"/>
              </a:ext>
            </a:extLst>
          </p:cNvPr>
          <p:cNvSpPr>
            <a:spLocks noGrp="1"/>
          </p:cNvSpPr>
          <p:nvPr/>
        </p:nvSpPr>
        <p:spPr>
          <a:xfrm>
            <a:off x="685800" y="2114550"/>
            <a:ext cx="3048000" cy="1181100"/>
          </a:xfrm>
          <a:prstGeom prst="roundRect">
            <a:avLst>
              <a:gd name="adj" fmla="val 12903"/>
            </a:avLst>
          </a:prstGeom>
          <a:solidFill>
            <a:srgbClr val="FBEAEA"/>
          </a:solidFill>
          <a:ln w="0">
            <a:noFill/>
            <a:prstDash val="solid"/>
          </a:ln>
        </p:spPr>
        <p:txBody>
          <a:bodyPr/>
          <a:lstStyle/>
          <a:p>
            <a:endParaRPr lang="it-IT"/>
          </a:p>
        </p:txBody>
      </p:sp>
      <p:sp>
        <p:nvSpPr>
          <p:cNvPr id="8" name="Rettangolo 7">
            <a:extLst>
              <a:ext uri="{FF2B5EF4-FFF2-40B4-BE49-F238E27FC236}">
                <a16:creationId xmlns:a16="http://schemas.microsoft.com/office/drawing/2014/main" id="{67CF2057-B56B-4EF8-B891-1D8A8FB5D789}"/>
              </a:ext>
            </a:extLst>
          </p:cNvPr>
          <p:cNvSpPr>
            <a:spLocks noGrp="1"/>
          </p:cNvSpPr>
          <p:nvPr/>
        </p:nvSpPr>
        <p:spPr>
          <a:xfrm>
            <a:off x="8763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a:ext uri="{FF2B5EF4-FFF2-40B4-BE49-F238E27FC236}">
                <a16:creationId xmlns:a16="http://schemas.microsoft.com/office/drawing/2014/main" id="{C91F0788-58B8-4BE5-B7B6-9DA31BD87AB9}"/>
              </a:ext>
            </a:extLst>
          </p:cNvPr>
          <p:cNvSpPr>
            <a:spLocks noGrp="1"/>
          </p:cNvSpPr>
          <p:nvPr/>
        </p:nvSpPr>
        <p:spPr>
          <a:xfrm>
            <a:off x="8763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a:ext uri="{FF2B5EF4-FFF2-40B4-BE49-F238E27FC236}">
                <a16:creationId xmlns:a16="http://schemas.microsoft.com/office/drawing/2014/main" id="{DAD1981F-B9B3-4955-8E93-2C4366243B80}"/>
              </a:ext>
            </a:extLst>
          </p:cNvPr>
          <p:cNvSpPr>
            <a:spLocks noGrp="1"/>
          </p:cNvSpPr>
          <p:nvPr/>
        </p:nvSpPr>
        <p:spPr>
          <a:xfrm>
            <a:off x="4343400" y="2114550"/>
            <a:ext cx="3048000" cy="1181100"/>
          </a:xfrm>
          <a:prstGeom prst="roundRect">
            <a:avLst>
              <a:gd name="adj" fmla="val 12903"/>
            </a:avLst>
          </a:prstGeom>
          <a:solidFill>
            <a:srgbClr val="E7F8F0"/>
          </a:solidFill>
          <a:ln w="0">
            <a:noFill/>
            <a:prstDash val="solid"/>
          </a:ln>
        </p:spPr>
        <p:txBody>
          <a:bodyPr/>
          <a:lstStyle/>
          <a:p>
            <a:endParaRPr lang="it-IT"/>
          </a:p>
        </p:txBody>
      </p:sp>
      <p:sp>
        <p:nvSpPr>
          <p:cNvPr id="11" name="Rettangolo 10">
            <a:extLst>
              <a:ext uri="{FF2B5EF4-FFF2-40B4-BE49-F238E27FC236}">
                <a16:creationId xmlns:a16="http://schemas.microsoft.com/office/drawing/2014/main" id="{F51DE534-5451-426F-8C55-A3847300037B}"/>
              </a:ext>
            </a:extLst>
          </p:cNvPr>
          <p:cNvSpPr>
            <a:spLocks noGrp="1"/>
          </p:cNvSpPr>
          <p:nvPr/>
        </p:nvSpPr>
        <p:spPr>
          <a:xfrm>
            <a:off x="45339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a:ext uri="{FF2B5EF4-FFF2-40B4-BE49-F238E27FC236}">
                <a16:creationId xmlns:a16="http://schemas.microsoft.com/office/drawing/2014/main" id="{B95C25BE-E0AC-4211-88DD-AF36BE27D58C}"/>
              </a:ext>
            </a:extLst>
          </p:cNvPr>
          <p:cNvSpPr>
            <a:spLocks noGrp="1"/>
          </p:cNvSpPr>
          <p:nvPr/>
        </p:nvSpPr>
        <p:spPr>
          <a:xfrm>
            <a:off x="45339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a:ext uri="{FF2B5EF4-FFF2-40B4-BE49-F238E27FC236}">
                <a16:creationId xmlns:a16="http://schemas.microsoft.com/office/drawing/2014/main" id="{AA057755-0908-41EF-9861-B5B3136090A8}"/>
              </a:ext>
            </a:extLst>
          </p:cNvPr>
          <p:cNvSpPr>
            <a:spLocks noGrp="1"/>
          </p:cNvSpPr>
          <p:nvPr/>
        </p:nvSpPr>
        <p:spPr>
          <a:xfrm>
            <a:off x="8001000" y="2114550"/>
            <a:ext cx="3048000" cy="1181100"/>
          </a:xfrm>
          <a:prstGeom prst="roundRect">
            <a:avLst>
              <a:gd name="adj" fmla="val 12903"/>
            </a:avLst>
          </a:prstGeom>
          <a:solidFill>
            <a:srgbClr val="FFF4CD"/>
          </a:solidFill>
          <a:ln w="0">
            <a:noFill/>
            <a:prstDash val="solid"/>
          </a:ln>
        </p:spPr>
        <p:txBody>
          <a:bodyPr/>
          <a:lstStyle/>
          <a:p>
            <a:endParaRPr lang="it-IT"/>
          </a:p>
        </p:txBody>
      </p:sp>
      <p:sp>
        <p:nvSpPr>
          <p:cNvPr id="14" name="Rettangolo 13">
            <a:extLst>
              <a:ext uri="{FF2B5EF4-FFF2-40B4-BE49-F238E27FC236}">
                <a16:creationId xmlns:a16="http://schemas.microsoft.com/office/drawing/2014/main" id="{FBF595D1-D2F2-4609-90AA-9836312F8BEA}"/>
              </a:ext>
            </a:extLst>
          </p:cNvPr>
          <p:cNvSpPr>
            <a:spLocks noGrp="1"/>
          </p:cNvSpPr>
          <p:nvPr/>
        </p:nvSpPr>
        <p:spPr>
          <a:xfrm>
            <a:off x="81915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a:ext uri="{FF2B5EF4-FFF2-40B4-BE49-F238E27FC236}">
                <a16:creationId xmlns:a16="http://schemas.microsoft.com/office/drawing/2014/main" id="{CA31140D-6563-486C-A3B6-00812F0790B5}"/>
              </a:ext>
            </a:extLst>
          </p:cNvPr>
          <p:cNvSpPr>
            <a:spLocks noGrp="1"/>
          </p:cNvSpPr>
          <p:nvPr/>
        </p:nvSpPr>
        <p:spPr>
          <a:xfrm>
            <a:off x="81915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a:ext uri="{FF2B5EF4-FFF2-40B4-BE49-F238E27FC236}">
                <a16:creationId xmlns:a16="http://schemas.microsoft.com/office/drawing/2014/main" id="{E8AE0E5F-D588-4518-BA59-676FC615A528}"/>
              </a:ext>
            </a:extLst>
          </p:cNvPr>
          <p:cNvSpPr>
            <a:spLocks noGrp="1"/>
          </p:cNvSpPr>
          <p:nvPr/>
        </p:nvSpPr>
        <p:spPr>
          <a:xfrm>
            <a:off x="685800" y="3714750"/>
            <a:ext cx="6667500" cy="1352550"/>
          </a:xfrm>
          <a:prstGeom prst="roundRect">
            <a:avLst>
              <a:gd name="adj" fmla="val 12676"/>
            </a:avLst>
          </a:prstGeom>
          <a:solidFill>
            <a:srgbClr val="E9EEF8"/>
          </a:solidFill>
          <a:ln w="0">
            <a:noFill/>
            <a:prstDash val="solid"/>
          </a:ln>
        </p:spPr>
        <p:txBody>
          <a:bodyPr/>
          <a:lstStyle/>
          <a:p>
            <a:endParaRPr lang="it-IT"/>
          </a:p>
        </p:txBody>
      </p:sp>
      <p:sp>
        <p:nvSpPr>
          <p:cNvPr id="17" name="Rettangolo 16">
            <a:extLst>
              <a:ext uri="{FF2B5EF4-FFF2-40B4-BE49-F238E27FC236}">
                <a16:creationId xmlns:a16="http://schemas.microsoft.com/office/drawing/2014/main" id="{86E49BA0-1207-489F-96D4-25FAF47B2880}"/>
              </a:ext>
            </a:extLst>
          </p:cNvPr>
          <p:cNvSpPr>
            <a:spLocks noGrp="1"/>
          </p:cNvSpPr>
          <p:nvPr/>
        </p:nvSpPr>
        <p:spPr>
          <a:xfrm>
            <a:off x="952500" y="3962400"/>
            <a:ext cx="61341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a:ext uri="{FF2B5EF4-FFF2-40B4-BE49-F238E27FC236}">
                <a16:creationId xmlns:a16="http://schemas.microsoft.com/office/drawing/2014/main" id="{2E908EB8-C4F4-4547-90E0-2C16671F8D2D}"/>
              </a:ext>
            </a:extLst>
          </p:cNvPr>
          <p:cNvSpPr>
            <a:spLocks noGrp="1"/>
          </p:cNvSpPr>
          <p:nvPr/>
        </p:nvSpPr>
        <p:spPr>
          <a:xfrm>
            <a:off x="952500" y="4572000"/>
            <a:ext cx="6134100" cy="266700"/>
          </a:xfrm>
          <a:prstGeom prst="rect">
            <a:avLst/>
          </a:prstGeom>
          <a:noFill/>
          <a:ln w="0">
            <a:noFill/>
            <a:prstDash val="solid"/>
          </a:ln>
        </p:spPr>
        <p:txBody>
          <a:bodyPr wrap="square" lIns="0" tIns="0" rIns="0" bIns="0" anchor="t">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a:ext uri="{FF2B5EF4-FFF2-40B4-BE49-F238E27FC236}">
                <a16:creationId xmlns:a16="http://schemas.microsoft.com/office/drawing/2014/main" id="{493E70C3-409B-43B7-A636-07BDD643C977}"/>
              </a:ext>
            </a:extLst>
          </p:cNvPr>
          <p:cNvSpPr>
            <a:spLocks noGrp="1"/>
          </p:cNvSpPr>
          <p:nvPr/>
        </p:nvSpPr>
        <p:spPr>
          <a:xfrm>
            <a:off x="7734300" y="3714750"/>
            <a:ext cx="3771900" cy="1352550"/>
          </a:xfrm>
          <a:prstGeom prst="roundRect">
            <a:avLst>
              <a:gd name="adj" fmla="val 12676"/>
            </a:avLst>
          </a:prstGeom>
          <a:solidFill>
            <a:srgbClr val="233A70"/>
          </a:solidFill>
          <a:ln w="0">
            <a:noFill/>
            <a:prstDash val="solid"/>
          </a:ln>
        </p:spPr>
        <p:txBody>
          <a:bodyPr/>
          <a:lstStyle/>
          <a:p>
            <a:endParaRPr lang="it-IT"/>
          </a:p>
        </p:txBody>
      </p:sp>
      <p:sp>
        <p:nvSpPr>
          <p:cNvPr id="20" name="Rettangolo 19">
            <a:extLst>
              <a:ext uri="{FF2B5EF4-FFF2-40B4-BE49-F238E27FC236}">
                <a16:creationId xmlns:a16="http://schemas.microsoft.com/office/drawing/2014/main" id="{CFA7B9EC-C8CD-4FB2-B247-F8C9592B3AAE}"/>
              </a:ext>
            </a:extLst>
          </p:cNvPr>
          <p:cNvSpPr>
            <a:spLocks noGrp="1"/>
          </p:cNvSpPr>
          <p:nvPr/>
        </p:nvSpPr>
        <p:spPr>
          <a:xfrm>
            <a:off x="8001000" y="3924300"/>
            <a:ext cx="3238500" cy="514350"/>
          </a:xfrm>
          <a:prstGeom prst="rect">
            <a:avLst/>
          </a:prstGeom>
          <a:noFill/>
          <a:ln w="0">
            <a:noFill/>
            <a:prstDash val="solid"/>
          </a:ln>
        </p:spPr>
        <p:txBody>
          <a:bodyPr wrap="square" lIns="0" tIns="0" rIns="0" bIns="0" anchor="t">
            <a:noAutofit/>
          </a:bodyPr>
          <a:lstStyle/>
          <a:p>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a:ext uri="{FF2B5EF4-FFF2-40B4-BE49-F238E27FC236}">
                <a16:creationId xmlns:a16="http://schemas.microsoft.com/office/drawing/2014/main" id="{C59CA103-07C3-4D93-ABAE-B985C7F5307B}"/>
              </a:ext>
            </a:extLst>
          </p:cNvPr>
          <p:cNvSpPr>
            <a:spLocks noGrp="1"/>
          </p:cNvSpPr>
          <p:nvPr/>
        </p:nvSpPr>
        <p:spPr>
          <a:xfrm>
            <a:off x="8001000" y="4572000"/>
            <a:ext cx="3238500" cy="266700"/>
          </a:xfrm>
          <a:prstGeom prst="rect">
            <a:avLst/>
          </a:prstGeom>
          <a:noFill/>
          <a:ln w="0">
            <a:noFill/>
            <a:prstDash val="solid"/>
          </a:ln>
        </p:spPr>
        <p:txBody>
          <a:bodyPr wrap="square" lIns="0" tIns="0" rIns="0" bIns="0" anchor="t">
            <a:noAutofit/>
          </a:bodyPr>
          <a:lstStyle/>
          <a:p>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a:ext uri="{FF2B5EF4-FFF2-40B4-BE49-F238E27FC236}">
                <a16:creationId xmlns:a16="http://schemas.microsoft.com/office/drawing/2014/main" id="{97064189-DD4E-40F9-A7D8-F52355D532F4}"/>
              </a:ext>
            </a:extLst>
          </p:cNvPr>
          <p:cNvSpPr>
            <a:spLocks noGrp="1"/>
          </p:cNvSpPr>
          <p:nvPr/>
        </p:nvSpPr>
        <p:spPr>
          <a:xfrm>
            <a:off x="1428750" y="5448300"/>
            <a:ext cx="9334500" cy="304800"/>
          </a:xfrm>
          <a:prstGeom prst="rect">
            <a:avLst/>
          </a:prstGeom>
          <a:noFill/>
          <a:ln w="0">
            <a:noFill/>
            <a:prstDash val="solid"/>
          </a:ln>
        </p:spPr>
        <p:txBody>
          <a:bodyPr wrap="square" lIns="0" tIns="0" rIns="0" bIns="0" anchor="t">
            <a:noAutofit/>
          </a:bodyPr>
          <a:lstStyle/>
          <a:p>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a:ext uri="{FF2B5EF4-FFF2-40B4-BE49-F238E27FC236}">
                <a16:creationId xmlns:a16="http://schemas.microsoft.com/office/drawing/2014/main" id="{54B01487-7E01-457B-8FE5-D55CB28A858C}"/>
              </a:ext>
            </a:extLst>
          </p:cNvPr>
          <p:cNvSpPr>
            <a:spLocks noGrp="1"/>
          </p:cNvSpPr>
          <p:nvPr/>
        </p:nvSpPr>
        <p:spPr>
          <a:xfrm>
            <a:off x="1714500" y="5829300"/>
            <a:ext cx="87630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104610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A9DF18E-4042-467C-97B9-4589B37E30B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913CC87C-9B72-4C2C-AD30-2FB203B4699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a:ext uri="{FF2B5EF4-FFF2-40B4-BE49-F238E27FC236}">
                <a16:creationId xmlns:a16="http://schemas.microsoft.com/office/drawing/2014/main" id="{BCB0685F-E48D-4052-8734-E6910A0E4C4F}"/>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04F4A7D0-C37E-4471-9B99-5FD96688AE1B}"/>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A482C16-A30B-415B-84DE-F197B421E06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05</a:t>
            </a:r>
          </a:p>
        </p:txBody>
      </p:sp>
      <p:sp>
        <p:nvSpPr>
          <p:cNvPr id="6" name="Rettangolo con angoli arrotondati 5">
            <a:extLst>
              <a:ext uri="{FF2B5EF4-FFF2-40B4-BE49-F238E27FC236}">
                <a16:creationId xmlns:a16="http://schemas.microsoft.com/office/drawing/2014/main" id="{19694DF6-BA12-4007-B98D-CE24074B6695}"/>
              </a:ext>
            </a:extLst>
          </p:cNvPr>
          <p:cNvSpPr>
            <a:spLocks noGrp="1"/>
          </p:cNvSpPr>
          <p:nvPr/>
        </p:nvSpPr>
        <p:spPr>
          <a:xfrm>
            <a:off x="685800" y="1409700"/>
            <a:ext cx="5143500" cy="2705100"/>
          </a:xfrm>
          <a:prstGeom prst="roundRect">
            <a:avLst>
              <a:gd name="adj" fmla="val 6338"/>
            </a:avLst>
          </a:prstGeom>
          <a:solidFill>
            <a:srgbClr val="E9EEF8"/>
          </a:solidFill>
          <a:ln w="0">
            <a:noFill/>
            <a:prstDash val="solid"/>
          </a:ln>
        </p:spPr>
        <p:txBody>
          <a:bodyPr/>
          <a:lstStyle/>
          <a:p>
            <a:endParaRPr lang="it-IT"/>
          </a:p>
        </p:txBody>
      </p:sp>
      <p:sp>
        <p:nvSpPr>
          <p:cNvPr id="7" name="Rettangolo 6">
            <a:extLst>
              <a:ext uri="{FF2B5EF4-FFF2-40B4-BE49-F238E27FC236}">
                <a16:creationId xmlns:a16="http://schemas.microsoft.com/office/drawing/2014/main" id="{C754D5C3-C7C7-47E3-B4A6-F28E654F1A1F}"/>
              </a:ext>
            </a:extLst>
          </p:cNvPr>
          <p:cNvSpPr>
            <a:spLocks noGrp="1"/>
          </p:cNvSpPr>
          <p:nvPr/>
        </p:nvSpPr>
        <p:spPr>
          <a:xfrm>
            <a:off x="9906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a:ext uri="{FF2B5EF4-FFF2-40B4-BE49-F238E27FC236}">
                <a16:creationId xmlns:a16="http://schemas.microsoft.com/office/drawing/2014/main" id="{DFFB7302-4FE1-4F8C-B8DE-30ECA9608832}"/>
              </a:ext>
            </a:extLst>
          </p:cNvPr>
          <p:cNvSpPr>
            <a:spLocks noGrp="1"/>
          </p:cNvSpPr>
          <p:nvPr/>
        </p:nvSpPr>
        <p:spPr>
          <a:xfrm>
            <a:off x="990600" y="2114550"/>
            <a:ext cx="2857500" cy="1181100"/>
          </a:xfrm>
          <a:prstGeom prst="rect">
            <a:avLst/>
          </a:prstGeom>
          <a:noFill/>
          <a:ln w="0">
            <a:noFill/>
            <a:prstDash val="solid"/>
          </a:ln>
        </p:spPr>
        <p:txBody>
          <a:bodyPr wrap="square" lIns="0" tIns="0" rIns="0" bIns="0" anchor="t">
            <a:noAutofit/>
          </a:bodyPr>
          <a:lstStyle/>
          <a:p>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a:ext uri="{FF2B5EF4-FFF2-40B4-BE49-F238E27FC236}">
                <a16:creationId xmlns:a16="http://schemas.microsoft.com/office/drawing/2014/main" id="{2C5E08B1-D6FC-4045-B482-500474653204}"/>
              </a:ext>
            </a:extLst>
          </p:cNvPr>
          <p:cNvSpPr>
            <a:spLocks noGrp="1"/>
          </p:cNvSpPr>
          <p:nvPr/>
        </p:nvSpPr>
        <p:spPr>
          <a:xfrm>
            <a:off x="990600" y="3524250"/>
            <a:ext cx="4286250" cy="3619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a:ext uri="{FF2B5EF4-FFF2-40B4-BE49-F238E27FC236}">
                <a16:creationId xmlns:a16="http://schemas.microsoft.com/office/drawing/2014/main" id="{98A93300-E588-4524-BF87-E02F18B50A9D}"/>
              </a:ext>
            </a:extLst>
          </p:cNvPr>
          <p:cNvSpPr>
            <a:spLocks noGrp="1"/>
          </p:cNvSpPr>
          <p:nvPr/>
        </p:nvSpPr>
        <p:spPr>
          <a:xfrm>
            <a:off x="6362700" y="1409700"/>
            <a:ext cx="5143500" cy="2705100"/>
          </a:xfrm>
          <a:prstGeom prst="roundRect">
            <a:avLst>
              <a:gd name="adj" fmla="val 6338"/>
            </a:avLst>
          </a:prstGeom>
          <a:solidFill>
            <a:srgbClr val="FFFFFF"/>
          </a:solidFill>
          <a:ln w="9525">
            <a:solidFill>
              <a:srgbClr val="D9DEE8"/>
            </a:solidFill>
            <a:prstDash val="solid"/>
          </a:ln>
        </p:spPr>
        <p:txBody>
          <a:bodyPr/>
          <a:lstStyle/>
          <a:p>
            <a:endParaRPr lang="it-IT"/>
          </a:p>
        </p:txBody>
      </p:sp>
      <p:sp>
        <p:nvSpPr>
          <p:cNvPr id="11" name="Rettangolo 10">
            <a:extLst>
              <a:ext uri="{FF2B5EF4-FFF2-40B4-BE49-F238E27FC236}">
                <a16:creationId xmlns:a16="http://schemas.microsoft.com/office/drawing/2014/main" id="{56EC00C9-A240-4103-BF94-6EB97877400B}"/>
              </a:ext>
            </a:extLst>
          </p:cNvPr>
          <p:cNvSpPr>
            <a:spLocks noGrp="1"/>
          </p:cNvSpPr>
          <p:nvPr/>
        </p:nvSpPr>
        <p:spPr>
          <a:xfrm>
            <a:off x="66675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a:ext uri="{FF2B5EF4-FFF2-40B4-BE49-F238E27FC236}">
                <a16:creationId xmlns:a16="http://schemas.microsoft.com/office/drawing/2014/main" id="{4EB6323D-5229-4FB7-99FB-3FC21DAEEEBD}"/>
              </a:ext>
            </a:extLst>
          </p:cNvPr>
          <p:cNvSpPr>
            <a:spLocks noGrp="1"/>
          </p:cNvSpPr>
          <p:nvPr/>
        </p:nvSpPr>
        <p:spPr>
          <a:xfrm>
            <a:off x="6667500" y="2114550"/>
            <a:ext cx="4333875" cy="1428750"/>
          </a:xfrm>
          <a:prstGeom prst="rect">
            <a:avLst/>
          </a:prstGeom>
          <a:noFill/>
          <a:ln w="0">
            <a:noFill/>
            <a:prstDash val="solid"/>
          </a:ln>
        </p:spPr>
        <p:txBody>
          <a:bodyPr wrap="square" lIns="0" tIns="0" rIns="0" bIns="0" anchor="t">
            <a:noAutofit/>
          </a:bodyPr>
          <a:lstStyle/>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a:ext uri="{FF2B5EF4-FFF2-40B4-BE49-F238E27FC236}">
                <a16:creationId xmlns:a16="http://schemas.microsoft.com/office/drawing/2014/main" id="{1940F821-DB94-4198-A67D-0F34539A9B01}"/>
              </a:ext>
            </a:extLst>
          </p:cNvPr>
          <p:cNvSpPr>
            <a:spLocks noGrp="1"/>
          </p:cNvSpPr>
          <p:nvPr/>
        </p:nvSpPr>
        <p:spPr>
          <a:xfrm>
            <a:off x="6667500" y="3657600"/>
            <a:ext cx="4286250" cy="3238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Rettangolo 13">
            <a:extLst>
              <a:ext uri="{FF2B5EF4-FFF2-40B4-BE49-F238E27FC236}">
                <a16:creationId xmlns:a16="http://schemas.microsoft.com/office/drawing/2014/main" id="{88C109F7-273D-459C-BB14-90A9205313D4}"/>
              </a:ext>
            </a:extLst>
          </p:cNvPr>
          <p:cNvSpPr>
            <a:spLocks noGrp="1"/>
          </p:cNvSpPr>
          <p:nvPr/>
        </p:nvSpPr>
        <p:spPr>
          <a:xfrm>
            <a:off x="685800" y="4457700"/>
            <a:ext cx="10820400" cy="24765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a:ext uri="{FF2B5EF4-FFF2-40B4-BE49-F238E27FC236}">
                <a16:creationId xmlns:a16="http://schemas.microsoft.com/office/drawing/2014/main" id="{D0FAD262-96F1-4338-83F7-F0766FE9CDD5}"/>
              </a:ext>
            </a:extLst>
          </p:cNvPr>
          <p:cNvSpPr>
            <a:spLocks noGrp="1"/>
          </p:cNvSpPr>
          <p:nvPr/>
        </p:nvSpPr>
        <p:spPr>
          <a:xfrm>
            <a:off x="685800" y="4857750"/>
            <a:ext cx="3505200" cy="1104900"/>
          </a:xfrm>
          <a:prstGeom prst="roundRect">
            <a:avLst>
              <a:gd name="adj" fmla="val 12069"/>
            </a:avLst>
          </a:prstGeom>
          <a:solidFill>
            <a:srgbClr val="FBEAEA"/>
          </a:solidFill>
          <a:ln w="0">
            <a:noFill/>
            <a:prstDash val="solid"/>
          </a:ln>
        </p:spPr>
        <p:txBody>
          <a:bodyPr/>
          <a:lstStyle/>
          <a:p>
            <a:endParaRPr lang="it-IT"/>
          </a:p>
        </p:txBody>
      </p:sp>
      <p:sp>
        <p:nvSpPr>
          <p:cNvPr id="16" name="Rettangolo 15">
            <a:extLst>
              <a:ext uri="{FF2B5EF4-FFF2-40B4-BE49-F238E27FC236}">
                <a16:creationId xmlns:a16="http://schemas.microsoft.com/office/drawing/2014/main" id="{A1BC2A9B-3EA3-421B-B9EF-D8552CAA31A6}"/>
              </a:ext>
            </a:extLst>
          </p:cNvPr>
          <p:cNvSpPr>
            <a:spLocks noGrp="1"/>
          </p:cNvSpPr>
          <p:nvPr/>
        </p:nvSpPr>
        <p:spPr>
          <a:xfrm>
            <a:off x="8572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a:ext uri="{FF2B5EF4-FFF2-40B4-BE49-F238E27FC236}">
                <a16:creationId xmlns:a16="http://schemas.microsoft.com/office/drawing/2014/main" id="{F37C7E16-C6EA-40E2-8936-26BD745EF6C6}"/>
              </a:ext>
            </a:extLst>
          </p:cNvPr>
          <p:cNvSpPr>
            <a:spLocks noGrp="1"/>
          </p:cNvSpPr>
          <p:nvPr/>
        </p:nvSpPr>
        <p:spPr>
          <a:xfrm>
            <a:off x="9144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a:ext uri="{FF2B5EF4-FFF2-40B4-BE49-F238E27FC236}">
                <a16:creationId xmlns:a16="http://schemas.microsoft.com/office/drawing/2014/main" id="{FC128AEF-92C5-4E35-BDB3-6D38879C6AD4}"/>
              </a:ext>
            </a:extLst>
          </p:cNvPr>
          <p:cNvSpPr>
            <a:spLocks noGrp="1"/>
          </p:cNvSpPr>
          <p:nvPr/>
        </p:nvSpPr>
        <p:spPr>
          <a:xfrm>
            <a:off x="4343400" y="4857750"/>
            <a:ext cx="3505200" cy="1104900"/>
          </a:xfrm>
          <a:prstGeom prst="roundRect">
            <a:avLst>
              <a:gd name="adj" fmla="val 12069"/>
            </a:avLst>
          </a:prstGeom>
          <a:solidFill>
            <a:srgbClr val="FFF4CD"/>
          </a:solidFill>
          <a:ln w="0">
            <a:noFill/>
            <a:prstDash val="solid"/>
          </a:ln>
        </p:spPr>
        <p:txBody>
          <a:bodyPr/>
          <a:lstStyle/>
          <a:p>
            <a:endParaRPr lang="it-IT"/>
          </a:p>
        </p:txBody>
      </p:sp>
      <p:sp>
        <p:nvSpPr>
          <p:cNvPr id="19" name="Rettangolo 18">
            <a:extLst>
              <a:ext uri="{FF2B5EF4-FFF2-40B4-BE49-F238E27FC236}">
                <a16:creationId xmlns:a16="http://schemas.microsoft.com/office/drawing/2014/main" id="{2CE88DA7-3406-417C-9434-A21622865CD5}"/>
              </a:ext>
            </a:extLst>
          </p:cNvPr>
          <p:cNvSpPr>
            <a:spLocks noGrp="1"/>
          </p:cNvSpPr>
          <p:nvPr/>
        </p:nvSpPr>
        <p:spPr>
          <a:xfrm>
            <a:off x="45148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a:ext uri="{FF2B5EF4-FFF2-40B4-BE49-F238E27FC236}">
                <a16:creationId xmlns:a16="http://schemas.microsoft.com/office/drawing/2014/main" id="{3B11CD2C-E9E6-4F62-8369-743441D1FC5E}"/>
              </a:ext>
            </a:extLst>
          </p:cNvPr>
          <p:cNvSpPr>
            <a:spLocks noGrp="1"/>
          </p:cNvSpPr>
          <p:nvPr/>
        </p:nvSpPr>
        <p:spPr>
          <a:xfrm>
            <a:off x="45720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a:ext uri="{FF2B5EF4-FFF2-40B4-BE49-F238E27FC236}">
                <a16:creationId xmlns:a16="http://schemas.microsoft.com/office/drawing/2014/main" id="{67DA1114-C657-4C88-BA6D-0A11C4C0C09D}"/>
              </a:ext>
            </a:extLst>
          </p:cNvPr>
          <p:cNvSpPr>
            <a:spLocks noGrp="1"/>
          </p:cNvSpPr>
          <p:nvPr/>
        </p:nvSpPr>
        <p:spPr>
          <a:xfrm>
            <a:off x="8001000" y="4857750"/>
            <a:ext cx="3505200" cy="1104900"/>
          </a:xfrm>
          <a:prstGeom prst="roundRect">
            <a:avLst>
              <a:gd name="adj" fmla="val 12069"/>
            </a:avLst>
          </a:prstGeom>
          <a:solidFill>
            <a:srgbClr val="E7F8F0"/>
          </a:solidFill>
          <a:ln w="0">
            <a:noFill/>
            <a:prstDash val="solid"/>
          </a:ln>
        </p:spPr>
        <p:txBody>
          <a:bodyPr/>
          <a:lstStyle/>
          <a:p>
            <a:endParaRPr lang="it-IT"/>
          </a:p>
        </p:txBody>
      </p:sp>
      <p:sp>
        <p:nvSpPr>
          <p:cNvPr id="22" name="Rettangolo 21">
            <a:extLst>
              <a:ext uri="{FF2B5EF4-FFF2-40B4-BE49-F238E27FC236}">
                <a16:creationId xmlns:a16="http://schemas.microsoft.com/office/drawing/2014/main" id="{28CECFA8-8A49-4567-8CE6-BD12F2E08422}"/>
              </a:ext>
            </a:extLst>
          </p:cNvPr>
          <p:cNvSpPr>
            <a:spLocks noGrp="1"/>
          </p:cNvSpPr>
          <p:nvPr/>
        </p:nvSpPr>
        <p:spPr>
          <a:xfrm>
            <a:off x="81724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a:ext uri="{FF2B5EF4-FFF2-40B4-BE49-F238E27FC236}">
                <a16:creationId xmlns:a16="http://schemas.microsoft.com/office/drawing/2014/main" id="{C604F757-AFD3-46F8-BFBF-FDE0793FAF4D}"/>
              </a:ext>
            </a:extLst>
          </p:cNvPr>
          <p:cNvSpPr>
            <a:spLocks noGrp="1"/>
          </p:cNvSpPr>
          <p:nvPr/>
        </p:nvSpPr>
        <p:spPr>
          <a:xfrm>
            <a:off x="82296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850148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81E6EA5E-1BA3-4F66-A39C-B36EC754644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F030D2A4-C965-47CF-8557-481DDBF7BAD0}"/>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a:ext uri="{FF2B5EF4-FFF2-40B4-BE49-F238E27FC236}">
                <a16:creationId xmlns:a16="http://schemas.microsoft.com/office/drawing/2014/main" id="{574AC689-33AE-4188-BD30-A98CE3C1F13C}"/>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89D44508-8BE4-44DA-A23D-C69ABEFD103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874DB88-CD45-410D-B418-22DA962B98F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06</a:t>
            </a:r>
          </a:p>
        </p:txBody>
      </p:sp>
      <p:sp>
        <p:nvSpPr>
          <p:cNvPr id="6" name="Rettangolo 5">
            <a:extLst>
              <a:ext uri="{FF2B5EF4-FFF2-40B4-BE49-F238E27FC236}">
                <a16:creationId xmlns:a16="http://schemas.microsoft.com/office/drawing/2014/main" id="{C4E232F5-EA03-4FB1-8CD5-60017B2B3666}"/>
              </a:ext>
            </a:extLst>
          </p:cNvPr>
          <p:cNvSpPr>
            <a:spLocks noGrp="1"/>
          </p:cNvSpPr>
          <p:nvPr/>
        </p:nvSpPr>
        <p:spPr>
          <a:xfrm>
            <a:off x="1733550" y="2266950"/>
            <a:ext cx="8724900" cy="57150"/>
          </a:xfrm>
          <a:prstGeom prst="rect">
            <a:avLst/>
          </a:prstGeom>
          <a:solidFill>
            <a:srgbClr val="D9DEE8"/>
          </a:solidFill>
          <a:ln w="0">
            <a:noFill/>
            <a:prstDash val="solid"/>
          </a:ln>
        </p:spPr>
        <p:txBody>
          <a:bodyPr/>
          <a:lstStyle/>
          <a:p>
            <a:endParaRPr lang="it-IT"/>
          </a:p>
        </p:txBody>
      </p:sp>
      <p:sp>
        <p:nvSpPr>
          <p:cNvPr id="7" name="Rettangolo con angoli arrotondati 6">
            <a:extLst>
              <a:ext uri="{FF2B5EF4-FFF2-40B4-BE49-F238E27FC236}">
                <a16:creationId xmlns:a16="http://schemas.microsoft.com/office/drawing/2014/main" id="{A546D0B0-58E3-4310-ABD1-CC65AA1F65B9}"/>
              </a:ext>
            </a:extLst>
          </p:cNvPr>
          <p:cNvSpPr>
            <a:spLocks noGrp="1"/>
          </p:cNvSpPr>
          <p:nvPr/>
        </p:nvSpPr>
        <p:spPr>
          <a:xfrm>
            <a:off x="685800" y="1657350"/>
            <a:ext cx="2667000" cy="1257300"/>
          </a:xfrm>
          <a:prstGeom prst="roundRect">
            <a:avLst>
              <a:gd name="adj" fmla="val 12121"/>
            </a:avLst>
          </a:prstGeom>
          <a:solidFill>
            <a:srgbClr val="FFFFFF"/>
          </a:solidFill>
          <a:ln w="9525">
            <a:solidFill>
              <a:srgbClr val="D9DEE8"/>
            </a:solidFill>
            <a:prstDash val="solid"/>
          </a:ln>
        </p:spPr>
        <p:txBody>
          <a:bodyPr/>
          <a:lstStyle/>
          <a:p>
            <a:endParaRPr lang="it-IT"/>
          </a:p>
        </p:txBody>
      </p:sp>
      <p:sp>
        <p:nvSpPr>
          <p:cNvPr id="8" name="Rettangolo 7">
            <a:extLst>
              <a:ext uri="{FF2B5EF4-FFF2-40B4-BE49-F238E27FC236}">
                <a16:creationId xmlns:a16="http://schemas.microsoft.com/office/drawing/2014/main" id="{A81CFEC4-5E35-4C15-A807-197F3453E411}"/>
              </a:ext>
            </a:extLst>
          </p:cNvPr>
          <p:cNvSpPr>
            <a:spLocks noGrp="1"/>
          </p:cNvSpPr>
          <p:nvPr/>
        </p:nvSpPr>
        <p:spPr>
          <a:xfrm>
            <a:off x="8572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a:ext uri="{FF2B5EF4-FFF2-40B4-BE49-F238E27FC236}">
                <a16:creationId xmlns:a16="http://schemas.microsoft.com/office/drawing/2014/main" id="{0C82864D-2992-412D-87C9-C8116242CB92}"/>
              </a:ext>
            </a:extLst>
          </p:cNvPr>
          <p:cNvSpPr>
            <a:spLocks noGrp="1"/>
          </p:cNvSpPr>
          <p:nvPr/>
        </p:nvSpPr>
        <p:spPr>
          <a:xfrm>
            <a:off x="8572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a:ext uri="{FF2B5EF4-FFF2-40B4-BE49-F238E27FC236}">
                <a16:creationId xmlns:a16="http://schemas.microsoft.com/office/drawing/2014/main" id="{52BB320A-88DF-4212-9748-1A81E55A6509}"/>
              </a:ext>
            </a:extLst>
          </p:cNvPr>
          <p:cNvSpPr>
            <a:spLocks noGrp="1"/>
          </p:cNvSpPr>
          <p:nvPr/>
        </p:nvSpPr>
        <p:spPr>
          <a:xfrm>
            <a:off x="4762500" y="1657350"/>
            <a:ext cx="2667000" cy="1257300"/>
          </a:xfrm>
          <a:prstGeom prst="roundRect">
            <a:avLst>
              <a:gd name="adj" fmla="val 12121"/>
            </a:avLst>
          </a:prstGeom>
          <a:solidFill>
            <a:srgbClr val="E9EEF8"/>
          </a:solidFill>
          <a:ln w="9525">
            <a:solidFill>
              <a:srgbClr val="E9EEF8"/>
            </a:solidFill>
            <a:prstDash val="solid"/>
          </a:ln>
        </p:spPr>
        <p:txBody>
          <a:bodyPr/>
          <a:lstStyle/>
          <a:p>
            <a:endParaRPr lang="it-IT"/>
          </a:p>
        </p:txBody>
      </p:sp>
      <p:sp>
        <p:nvSpPr>
          <p:cNvPr id="11" name="Rettangolo 10">
            <a:extLst>
              <a:ext uri="{FF2B5EF4-FFF2-40B4-BE49-F238E27FC236}">
                <a16:creationId xmlns:a16="http://schemas.microsoft.com/office/drawing/2014/main" id="{FD74F8E5-4D60-416B-B482-9CAE4E4D1E2F}"/>
              </a:ext>
            </a:extLst>
          </p:cNvPr>
          <p:cNvSpPr>
            <a:spLocks noGrp="1"/>
          </p:cNvSpPr>
          <p:nvPr/>
        </p:nvSpPr>
        <p:spPr>
          <a:xfrm>
            <a:off x="49339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a:ext uri="{FF2B5EF4-FFF2-40B4-BE49-F238E27FC236}">
                <a16:creationId xmlns:a16="http://schemas.microsoft.com/office/drawing/2014/main" id="{6EB043F8-9E47-4F79-A3FB-61719463254C}"/>
              </a:ext>
            </a:extLst>
          </p:cNvPr>
          <p:cNvSpPr>
            <a:spLocks noGrp="1"/>
          </p:cNvSpPr>
          <p:nvPr/>
        </p:nvSpPr>
        <p:spPr>
          <a:xfrm>
            <a:off x="49339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a:ext uri="{FF2B5EF4-FFF2-40B4-BE49-F238E27FC236}">
                <a16:creationId xmlns:a16="http://schemas.microsoft.com/office/drawing/2014/main" id="{3BB1E76B-72A2-4DBC-842E-AEA144C0BA95}"/>
              </a:ext>
            </a:extLst>
          </p:cNvPr>
          <p:cNvSpPr>
            <a:spLocks noGrp="1"/>
          </p:cNvSpPr>
          <p:nvPr/>
        </p:nvSpPr>
        <p:spPr>
          <a:xfrm>
            <a:off x="8839200" y="1657350"/>
            <a:ext cx="2667000" cy="1257300"/>
          </a:xfrm>
          <a:prstGeom prst="roundRect">
            <a:avLst>
              <a:gd name="adj" fmla="val 12121"/>
            </a:avLst>
          </a:prstGeom>
          <a:solidFill>
            <a:srgbClr val="FFFFFF"/>
          </a:solidFill>
          <a:ln w="9525">
            <a:solidFill>
              <a:srgbClr val="D9DEE8"/>
            </a:solidFill>
            <a:prstDash val="solid"/>
          </a:ln>
        </p:spPr>
        <p:txBody>
          <a:bodyPr/>
          <a:lstStyle/>
          <a:p>
            <a:endParaRPr lang="it-IT"/>
          </a:p>
        </p:txBody>
      </p:sp>
      <p:sp>
        <p:nvSpPr>
          <p:cNvPr id="14" name="Rettangolo 13">
            <a:extLst>
              <a:ext uri="{FF2B5EF4-FFF2-40B4-BE49-F238E27FC236}">
                <a16:creationId xmlns:a16="http://schemas.microsoft.com/office/drawing/2014/main" id="{A556E7B6-FC90-493A-BF1D-397EFBDE7A22}"/>
              </a:ext>
            </a:extLst>
          </p:cNvPr>
          <p:cNvSpPr>
            <a:spLocks noGrp="1"/>
          </p:cNvSpPr>
          <p:nvPr/>
        </p:nvSpPr>
        <p:spPr>
          <a:xfrm>
            <a:off x="90106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a:ext uri="{FF2B5EF4-FFF2-40B4-BE49-F238E27FC236}">
                <a16:creationId xmlns:a16="http://schemas.microsoft.com/office/drawing/2014/main" id="{7D3EA51E-91B9-4C0F-9EBE-F9DF968A206F}"/>
              </a:ext>
            </a:extLst>
          </p:cNvPr>
          <p:cNvSpPr>
            <a:spLocks noGrp="1"/>
          </p:cNvSpPr>
          <p:nvPr/>
        </p:nvSpPr>
        <p:spPr>
          <a:xfrm>
            <a:off x="90106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a:ext uri="{FF2B5EF4-FFF2-40B4-BE49-F238E27FC236}">
                <a16:creationId xmlns:a16="http://schemas.microsoft.com/office/drawing/2014/main" id="{4063CCF0-7B01-49ED-91C7-126039BFBC3F}"/>
              </a:ext>
            </a:extLst>
          </p:cNvPr>
          <p:cNvSpPr>
            <a:spLocks noGrp="1"/>
          </p:cNvSpPr>
          <p:nvPr/>
        </p:nvSpPr>
        <p:spPr>
          <a:xfrm>
            <a:off x="35909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a:ext uri="{FF2B5EF4-FFF2-40B4-BE49-F238E27FC236}">
                <a16:creationId xmlns:a16="http://schemas.microsoft.com/office/drawing/2014/main" id="{2F1F406C-D78B-4AA1-80BA-9D9321429CEC}"/>
              </a:ext>
            </a:extLst>
          </p:cNvPr>
          <p:cNvSpPr>
            <a:spLocks noGrp="1"/>
          </p:cNvSpPr>
          <p:nvPr/>
        </p:nvSpPr>
        <p:spPr>
          <a:xfrm>
            <a:off x="76676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a:ext uri="{FF2B5EF4-FFF2-40B4-BE49-F238E27FC236}">
                <a16:creationId xmlns:a16="http://schemas.microsoft.com/office/drawing/2014/main" id="{91253F60-E8B5-495D-AEBF-8CC9D8FD6960}"/>
              </a:ext>
            </a:extLst>
          </p:cNvPr>
          <p:cNvSpPr>
            <a:spLocks noGrp="1"/>
          </p:cNvSpPr>
          <p:nvPr/>
        </p:nvSpPr>
        <p:spPr>
          <a:xfrm>
            <a:off x="106680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a:ext uri="{FF2B5EF4-FFF2-40B4-BE49-F238E27FC236}">
                <a16:creationId xmlns:a16="http://schemas.microsoft.com/office/drawing/2014/main" id="{BC8311FB-C066-4072-B667-B34AD4D0E420}"/>
              </a:ext>
            </a:extLst>
          </p:cNvPr>
          <p:cNvSpPr>
            <a:spLocks noGrp="1"/>
          </p:cNvSpPr>
          <p:nvPr/>
        </p:nvSpPr>
        <p:spPr>
          <a:xfrm>
            <a:off x="106680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a:ext uri="{FF2B5EF4-FFF2-40B4-BE49-F238E27FC236}">
                <a16:creationId xmlns:a16="http://schemas.microsoft.com/office/drawing/2014/main" id="{97D0AD05-5F40-433E-89C0-32EEE5F2F868}"/>
              </a:ext>
            </a:extLst>
          </p:cNvPr>
          <p:cNvSpPr>
            <a:spLocks noGrp="1"/>
          </p:cNvSpPr>
          <p:nvPr/>
        </p:nvSpPr>
        <p:spPr>
          <a:xfrm>
            <a:off x="106680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a:ext uri="{FF2B5EF4-FFF2-40B4-BE49-F238E27FC236}">
                <a16:creationId xmlns:a16="http://schemas.microsoft.com/office/drawing/2014/main" id="{5E474FE5-9B28-42E6-B688-9EA5D69086EE}"/>
              </a:ext>
            </a:extLst>
          </p:cNvPr>
          <p:cNvSpPr>
            <a:spLocks noGrp="1"/>
          </p:cNvSpPr>
          <p:nvPr/>
        </p:nvSpPr>
        <p:spPr>
          <a:xfrm>
            <a:off x="6076950" y="3390900"/>
            <a:ext cx="28575" cy="1809750"/>
          </a:xfrm>
          <a:prstGeom prst="rect">
            <a:avLst/>
          </a:prstGeom>
          <a:solidFill>
            <a:srgbClr val="D9DEE8"/>
          </a:solidFill>
          <a:ln w="0">
            <a:noFill/>
            <a:prstDash val="solid"/>
          </a:ln>
        </p:spPr>
        <p:txBody>
          <a:bodyPr/>
          <a:lstStyle/>
          <a:p>
            <a:endParaRPr lang="it-IT"/>
          </a:p>
        </p:txBody>
      </p:sp>
      <p:sp>
        <p:nvSpPr>
          <p:cNvPr id="22" name="Rettangolo 21">
            <a:extLst>
              <a:ext uri="{FF2B5EF4-FFF2-40B4-BE49-F238E27FC236}">
                <a16:creationId xmlns:a16="http://schemas.microsoft.com/office/drawing/2014/main" id="{A074807C-4784-4903-B750-5BECA1BD3546}"/>
              </a:ext>
            </a:extLst>
          </p:cNvPr>
          <p:cNvSpPr>
            <a:spLocks noGrp="1"/>
          </p:cNvSpPr>
          <p:nvPr/>
        </p:nvSpPr>
        <p:spPr>
          <a:xfrm>
            <a:off x="702945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a:ext uri="{FF2B5EF4-FFF2-40B4-BE49-F238E27FC236}">
                <a16:creationId xmlns:a16="http://schemas.microsoft.com/office/drawing/2014/main" id="{5FC9D189-EFC1-4DC8-81D2-005B26D5BFA5}"/>
              </a:ext>
            </a:extLst>
          </p:cNvPr>
          <p:cNvSpPr>
            <a:spLocks noGrp="1"/>
          </p:cNvSpPr>
          <p:nvPr/>
        </p:nvSpPr>
        <p:spPr>
          <a:xfrm>
            <a:off x="702945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a:ext uri="{FF2B5EF4-FFF2-40B4-BE49-F238E27FC236}">
                <a16:creationId xmlns:a16="http://schemas.microsoft.com/office/drawing/2014/main" id="{C1CE03FA-0D68-42C1-89E8-C743E7BB7F52}"/>
              </a:ext>
            </a:extLst>
          </p:cNvPr>
          <p:cNvSpPr>
            <a:spLocks noGrp="1"/>
          </p:cNvSpPr>
          <p:nvPr/>
        </p:nvSpPr>
        <p:spPr>
          <a:xfrm>
            <a:off x="702945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a:ext uri="{FF2B5EF4-FFF2-40B4-BE49-F238E27FC236}">
                <a16:creationId xmlns:a16="http://schemas.microsoft.com/office/drawing/2014/main" id="{679C6CA1-E422-4B3D-A1C4-68A1B04782DB}"/>
              </a:ext>
            </a:extLst>
          </p:cNvPr>
          <p:cNvSpPr>
            <a:spLocks noGrp="1"/>
          </p:cNvSpPr>
          <p:nvPr/>
        </p:nvSpPr>
        <p:spPr>
          <a:xfrm>
            <a:off x="1790700" y="5429250"/>
            <a:ext cx="8610600" cy="552450"/>
          </a:xfrm>
          <a:prstGeom prst="roundRect">
            <a:avLst>
              <a:gd name="adj" fmla="val 24138"/>
            </a:avLst>
          </a:prstGeom>
          <a:solidFill>
            <a:srgbClr val="E7F8F0"/>
          </a:solidFill>
          <a:ln w="0">
            <a:noFill/>
            <a:prstDash val="solid"/>
          </a:ln>
        </p:spPr>
        <p:txBody>
          <a:bodyPr/>
          <a:lstStyle/>
          <a:p>
            <a:endParaRPr lang="it-IT"/>
          </a:p>
        </p:txBody>
      </p:sp>
      <p:sp>
        <p:nvSpPr>
          <p:cNvPr id="26" name="Rettangolo 25">
            <a:extLst>
              <a:ext uri="{FF2B5EF4-FFF2-40B4-BE49-F238E27FC236}">
                <a16:creationId xmlns:a16="http://schemas.microsoft.com/office/drawing/2014/main" id="{9AC02F13-9E37-4088-8708-E1F14BE825A7}"/>
              </a:ext>
            </a:extLst>
          </p:cNvPr>
          <p:cNvSpPr>
            <a:spLocks noGrp="1"/>
          </p:cNvSpPr>
          <p:nvPr/>
        </p:nvSpPr>
        <p:spPr>
          <a:xfrm>
            <a:off x="2038350" y="5581650"/>
            <a:ext cx="8115300" cy="2476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2021984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5" name="Rettangolo 34">
            <a:extLst>
              <a:ext uri="{FF2B5EF4-FFF2-40B4-BE49-F238E27FC236}">
                <a16:creationId xmlns:a16="http://schemas.microsoft.com/office/drawing/2014/main" id="{B682DB6E-8EFB-4DA0-800D-68D826B1831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CC2FB14A-91A6-468C-9FBC-56EB8791369E}"/>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a:ext uri="{FF2B5EF4-FFF2-40B4-BE49-F238E27FC236}">
                <a16:creationId xmlns:a16="http://schemas.microsoft.com/office/drawing/2014/main" id="{C191ECC7-CDAF-4D9F-AF0A-FC4F6D1F8648}"/>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44E86AFB-EC30-4BB1-A97A-884CD498C0D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1BC9993-142B-4F39-8B3D-F8FBFA60361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07</a:t>
            </a:r>
          </a:p>
        </p:txBody>
      </p:sp>
      <p:sp>
        <p:nvSpPr>
          <p:cNvPr id="6" name="Rettangolo 5">
            <a:extLst>
              <a:ext uri="{FF2B5EF4-FFF2-40B4-BE49-F238E27FC236}">
                <a16:creationId xmlns:a16="http://schemas.microsoft.com/office/drawing/2014/main" id="{16658F52-9BE9-415C-BF14-A5CB15AB43AB}"/>
              </a:ext>
            </a:extLst>
          </p:cNvPr>
          <p:cNvSpPr>
            <a:spLocks noGrp="1"/>
          </p:cNvSpPr>
          <p:nvPr/>
        </p:nvSpPr>
        <p:spPr>
          <a:xfrm>
            <a:off x="685800" y="1257300"/>
            <a:ext cx="108204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a:ext uri="{FF2B5EF4-FFF2-40B4-BE49-F238E27FC236}">
                <a16:creationId xmlns:a16="http://schemas.microsoft.com/office/drawing/2014/main" id="{56AE85E9-0E8F-4E95-8EC0-7B131EEDAC00}"/>
              </a:ext>
            </a:extLst>
          </p:cNvPr>
          <p:cNvSpPr>
            <a:spLocks noGrp="1"/>
          </p:cNvSpPr>
          <p:nvPr/>
        </p:nvSpPr>
        <p:spPr>
          <a:xfrm>
            <a:off x="685800" y="1676400"/>
            <a:ext cx="3333750" cy="3695700"/>
          </a:xfrm>
          <a:prstGeom prst="roundRect">
            <a:avLst>
              <a:gd name="adj" fmla="val 5143"/>
            </a:avLst>
          </a:prstGeom>
          <a:solidFill>
            <a:srgbClr val="FFFFFF"/>
          </a:solidFill>
          <a:ln w="9525">
            <a:solidFill>
              <a:srgbClr val="D9DEE8"/>
            </a:solidFill>
            <a:prstDash val="solid"/>
          </a:ln>
        </p:spPr>
        <p:txBody>
          <a:bodyPr/>
          <a:lstStyle/>
          <a:p>
            <a:endParaRPr lang="it-IT"/>
          </a:p>
        </p:txBody>
      </p:sp>
      <p:sp>
        <p:nvSpPr>
          <p:cNvPr id="8" name="Rettangolo 7">
            <a:extLst>
              <a:ext uri="{FF2B5EF4-FFF2-40B4-BE49-F238E27FC236}">
                <a16:creationId xmlns:a16="http://schemas.microsoft.com/office/drawing/2014/main" id="{9577C2D9-78D1-4F27-ABC7-FD9633E30F4D}"/>
              </a:ext>
            </a:extLst>
          </p:cNvPr>
          <p:cNvSpPr>
            <a:spLocks noGrp="1"/>
          </p:cNvSpPr>
          <p:nvPr/>
        </p:nvSpPr>
        <p:spPr>
          <a:xfrm>
            <a:off x="87630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a:ext uri="{FF2B5EF4-FFF2-40B4-BE49-F238E27FC236}">
                <a16:creationId xmlns:a16="http://schemas.microsoft.com/office/drawing/2014/main" id="{2E82C4FA-E336-46EA-9A84-371A09CA3AEA}"/>
              </a:ext>
            </a:extLst>
          </p:cNvPr>
          <p:cNvSpPr>
            <a:spLocks noGrp="1"/>
          </p:cNvSpPr>
          <p:nvPr/>
        </p:nvSpPr>
        <p:spPr>
          <a:xfrm>
            <a:off x="87630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a:ext uri="{FF2B5EF4-FFF2-40B4-BE49-F238E27FC236}">
                <a16:creationId xmlns:a16="http://schemas.microsoft.com/office/drawing/2014/main" id="{70F2D2A0-02D8-4A6B-9903-BE856DE2D296}"/>
              </a:ext>
            </a:extLst>
          </p:cNvPr>
          <p:cNvSpPr>
            <a:spLocks noGrp="1"/>
          </p:cNvSpPr>
          <p:nvPr/>
        </p:nvSpPr>
        <p:spPr>
          <a:xfrm>
            <a:off x="87630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a:ext uri="{FF2B5EF4-FFF2-40B4-BE49-F238E27FC236}">
                <a16:creationId xmlns:a16="http://schemas.microsoft.com/office/drawing/2014/main" id="{49D9FAB2-354F-4D6E-AEB6-D07E9821938A}"/>
              </a:ext>
            </a:extLst>
          </p:cNvPr>
          <p:cNvSpPr>
            <a:spLocks noGrp="1"/>
          </p:cNvSpPr>
          <p:nvPr/>
        </p:nvSpPr>
        <p:spPr>
          <a:xfrm>
            <a:off x="190500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a:ext uri="{FF2B5EF4-FFF2-40B4-BE49-F238E27FC236}">
                <a16:creationId xmlns:a16="http://schemas.microsoft.com/office/drawing/2014/main" id="{F996CD3D-5C3A-40B2-A13D-7A62926E9BE4}"/>
              </a:ext>
            </a:extLst>
          </p:cNvPr>
          <p:cNvSpPr>
            <a:spLocks noGrp="1"/>
          </p:cNvSpPr>
          <p:nvPr/>
        </p:nvSpPr>
        <p:spPr>
          <a:xfrm>
            <a:off x="276225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a:ext uri="{FF2B5EF4-FFF2-40B4-BE49-F238E27FC236}">
                <a16:creationId xmlns:a16="http://schemas.microsoft.com/office/drawing/2014/main" id="{A0E55963-0CB1-4969-8E2A-F4EB81ADF8D4}"/>
              </a:ext>
            </a:extLst>
          </p:cNvPr>
          <p:cNvSpPr>
            <a:spLocks noGrp="1"/>
          </p:cNvSpPr>
          <p:nvPr/>
        </p:nvSpPr>
        <p:spPr>
          <a:xfrm>
            <a:off x="87630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a:ext uri="{FF2B5EF4-FFF2-40B4-BE49-F238E27FC236}">
                <a16:creationId xmlns:a16="http://schemas.microsoft.com/office/drawing/2014/main" id="{BF5BB6F7-3575-4024-AC7F-C44206587777}"/>
              </a:ext>
            </a:extLst>
          </p:cNvPr>
          <p:cNvSpPr>
            <a:spLocks noGrp="1"/>
          </p:cNvSpPr>
          <p:nvPr/>
        </p:nvSpPr>
        <p:spPr>
          <a:xfrm>
            <a:off x="1019175" y="4514850"/>
            <a:ext cx="2667000" cy="552450"/>
          </a:xfrm>
          <a:prstGeom prst="roundRect">
            <a:avLst>
              <a:gd name="adj" fmla="val 20690"/>
            </a:avLst>
          </a:prstGeom>
          <a:solidFill>
            <a:srgbClr val="FBEAEA"/>
          </a:solidFill>
          <a:ln w="0">
            <a:noFill/>
            <a:prstDash val="solid"/>
          </a:ln>
        </p:spPr>
        <p:txBody>
          <a:bodyPr/>
          <a:lstStyle/>
          <a:p>
            <a:endParaRPr lang="it-IT"/>
          </a:p>
        </p:txBody>
      </p:sp>
      <p:sp>
        <p:nvSpPr>
          <p:cNvPr id="15" name="Rettangolo 14">
            <a:extLst>
              <a:ext uri="{FF2B5EF4-FFF2-40B4-BE49-F238E27FC236}">
                <a16:creationId xmlns:a16="http://schemas.microsoft.com/office/drawing/2014/main" id="{AE6018B9-C8AD-41A8-89CA-38D39F49C678}"/>
              </a:ext>
            </a:extLst>
          </p:cNvPr>
          <p:cNvSpPr>
            <a:spLocks noGrp="1"/>
          </p:cNvSpPr>
          <p:nvPr/>
        </p:nvSpPr>
        <p:spPr>
          <a:xfrm>
            <a:off x="119062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a:ext uri="{FF2B5EF4-FFF2-40B4-BE49-F238E27FC236}">
                <a16:creationId xmlns:a16="http://schemas.microsoft.com/office/drawing/2014/main" id="{9E2BCEBA-C7B6-438A-99BD-F49CB0486D2F}"/>
              </a:ext>
            </a:extLst>
          </p:cNvPr>
          <p:cNvSpPr>
            <a:spLocks noGrp="1"/>
          </p:cNvSpPr>
          <p:nvPr/>
        </p:nvSpPr>
        <p:spPr>
          <a:xfrm>
            <a:off x="4429125" y="1676400"/>
            <a:ext cx="3333750" cy="3695700"/>
          </a:xfrm>
          <a:prstGeom prst="roundRect">
            <a:avLst>
              <a:gd name="adj" fmla="val 5143"/>
            </a:avLst>
          </a:prstGeom>
          <a:solidFill>
            <a:srgbClr val="FFFFFF"/>
          </a:solidFill>
          <a:ln w="9525">
            <a:solidFill>
              <a:srgbClr val="D9DEE8"/>
            </a:solidFill>
            <a:prstDash val="solid"/>
          </a:ln>
        </p:spPr>
        <p:txBody>
          <a:bodyPr/>
          <a:lstStyle/>
          <a:p>
            <a:endParaRPr lang="it-IT"/>
          </a:p>
        </p:txBody>
      </p:sp>
      <p:sp>
        <p:nvSpPr>
          <p:cNvPr id="17" name="Rettangolo 16">
            <a:extLst>
              <a:ext uri="{FF2B5EF4-FFF2-40B4-BE49-F238E27FC236}">
                <a16:creationId xmlns:a16="http://schemas.microsoft.com/office/drawing/2014/main" id="{394FB914-142B-4176-B281-5AF8EAC4DD42}"/>
              </a:ext>
            </a:extLst>
          </p:cNvPr>
          <p:cNvSpPr>
            <a:spLocks noGrp="1"/>
          </p:cNvSpPr>
          <p:nvPr/>
        </p:nvSpPr>
        <p:spPr>
          <a:xfrm>
            <a:off x="4619625"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a:ext uri="{FF2B5EF4-FFF2-40B4-BE49-F238E27FC236}">
                <a16:creationId xmlns:a16="http://schemas.microsoft.com/office/drawing/2014/main" id="{90C27F24-DDCD-4476-BEE6-9730E13D6F09}"/>
              </a:ext>
            </a:extLst>
          </p:cNvPr>
          <p:cNvSpPr>
            <a:spLocks noGrp="1"/>
          </p:cNvSpPr>
          <p:nvPr/>
        </p:nvSpPr>
        <p:spPr>
          <a:xfrm>
            <a:off x="4619625"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a:ext uri="{FF2B5EF4-FFF2-40B4-BE49-F238E27FC236}">
                <a16:creationId xmlns:a16="http://schemas.microsoft.com/office/drawing/2014/main" id="{D2EDF698-9BB1-43E3-85CA-2599EF772F95}"/>
              </a:ext>
            </a:extLst>
          </p:cNvPr>
          <p:cNvSpPr>
            <a:spLocks noGrp="1"/>
          </p:cNvSpPr>
          <p:nvPr/>
        </p:nvSpPr>
        <p:spPr>
          <a:xfrm>
            <a:off x="4619625"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a:ext uri="{FF2B5EF4-FFF2-40B4-BE49-F238E27FC236}">
                <a16:creationId xmlns:a16="http://schemas.microsoft.com/office/drawing/2014/main" id="{D1C64AAB-74DE-49AE-9C87-6178540E0BD2}"/>
              </a:ext>
            </a:extLst>
          </p:cNvPr>
          <p:cNvSpPr>
            <a:spLocks noGrp="1"/>
          </p:cNvSpPr>
          <p:nvPr/>
        </p:nvSpPr>
        <p:spPr>
          <a:xfrm>
            <a:off x="5648325"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a:ext uri="{FF2B5EF4-FFF2-40B4-BE49-F238E27FC236}">
                <a16:creationId xmlns:a16="http://schemas.microsoft.com/office/drawing/2014/main" id="{2DF9C9FD-68A9-4B40-AB58-34AD20B34583}"/>
              </a:ext>
            </a:extLst>
          </p:cNvPr>
          <p:cNvSpPr>
            <a:spLocks noGrp="1"/>
          </p:cNvSpPr>
          <p:nvPr/>
        </p:nvSpPr>
        <p:spPr>
          <a:xfrm>
            <a:off x="6505575"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a:ext uri="{FF2B5EF4-FFF2-40B4-BE49-F238E27FC236}">
                <a16:creationId xmlns:a16="http://schemas.microsoft.com/office/drawing/2014/main" id="{492EA1CA-E94D-4529-9473-680D6960283D}"/>
              </a:ext>
            </a:extLst>
          </p:cNvPr>
          <p:cNvSpPr>
            <a:spLocks noGrp="1"/>
          </p:cNvSpPr>
          <p:nvPr/>
        </p:nvSpPr>
        <p:spPr>
          <a:xfrm>
            <a:off x="4619625"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a:ext uri="{FF2B5EF4-FFF2-40B4-BE49-F238E27FC236}">
                <a16:creationId xmlns:a16="http://schemas.microsoft.com/office/drawing/2014/main" id="{96FF0273-DED0-4DE2-8AA8-75586A24899D}"/>
              </a:ext>
            </a:extLst>
          </p:cNvPr>
          <p:cNvSpPr>
            <a:spLocks noGrp="1"/>
          </p:cNvSpPr>
          <p:nvPr/>
        </p:nvSpPr>
        <p:spPr>
          <a:xfrm>
            <a:off x="4762500" y="4514850"/>
            <a:ext cx="2667000" cy="552450"/>
          </a:xfrm>
          <a:prstGeom prst="roundRect">
            <a:avLst>
              <a:gd name="adj" fmla="val 20690"/>
            </a:avLst>
          </a:prstGeom>
          <a:solidFill>
            <a:srgbClr val="FFF4CD"/>
          </a:solidFill>
          <a:ln w="0">
            <a:noFill/>
            <a:prstDash val="solid"/>
          </a:ln>
        </p:spPr>
        <p:txBody>
          <a:bodyPr/>
          <a:lstStyle/>
          <a:p>
            <a:endParaRPr lang="it-IT"/>
          </a:p>
        </p:txBody>
      </p:sp>
      <p:sp>
        <p:nvSpPr>
          <p:cNvPr id="24" name="Rettangolo 23">
            <a:extLst>
              <a:ext uri="{FF2B5EF4-FFF2-40B4-BE49-F238E27FC236}">
                <a16:creationId xmlns:a16="http://schemas.microsoft.com/office/drawing/2014/main" id="{7F13BBE7-F396-45EB-8CD4-E163172E1B3A}"/>
              </a:ext>
            </a:extLst>
          </p:cNvPr>
          <p:cNvSpPr>
            <a:spLocks noGrp="1"/>
          </p:cNvSpPr>
          <p:nvPr/>
        </p:nvSpPr>
        <p:spPr>
          <a:xfrm>
            <a:off x="4933950"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a:ext uri="{FF2B5EF4-FFF2-40B4-BE49-F238E27FC236}">
                <a16:creationId xmlns:a16="http://schemas.microsoft.com/office/drawing/2014/main" id="{C70A0BA2-8F3B-41DC-9592-4F623D651E86}"/>
              </a:ext>
            </a:extLst>
          </p:cNvPr>
          <p:cNvSpPr>
            <a:spLocks noGrp="1"/>
          </p:cNvSpPr>
          <p:nvPr/>
        </p:nvSpPr>
        <p:spPr>
          <a:xfrm>
            <a:off x="8172450" y="1676400"/>
            <a:ext cx="3333750" cy="3695700"/>
          </a:xfrm>
          <a:prstGeom prst="roundRect">
            <a:avLst>
              <a:gd name="adj" fmla="val 5143"/>
            </a:avLst>
          </a:prstGeom>
          <a:solidFill>
            <a:srgbClr val="FFFFFF"/>
          </a:solidFill>
          <a:ln w="9525">
            <a:solidFill>
              <a:srgbClr val="D9DEE8"/>
            </a:solidFill>
            <a:prstDash val="solid"/>
          </a:ln>
        </p:spPr>
        <p:txBody>
          <a:bodyPr/>
          <a:lstStyle/>
          <a:p>
            <a:endParaRPr lang="it-IT"/>
          </a:p>
        </p:txBody>
      </p:sp>
      <p:sp>
        <p:nvSpPr>
          <p:cNvPr id="26" name="Rettangolo 25">
            <a:extLst>
              <a:ext uri="{FF2B5EF4-FFF2-40B4-BE49-F238E27FC236}">
                <a16:creationId xmlns:a16="http://schemas.microsoft.com/office/drawing/2014/main" id="{A98C1D30-9BE6-4F8C-9D4A-F416452798D5}"/>
              </a:ext>
            </a:extLst>
          </p:cNvPr>
          <p:cNvSpPr>
            <a:spLocks noGrp="1"/>
          </p:cNvSpPr>
          <p:nvPr/>
        </p:nvSpPr>
        <p:spPr>
          <a:xfrm>
            <a:off x="836295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a:ext uri="{FF2B5EF4-FFF2-40B4-BE49-F238E27FC236}">
                <a16:creationId xmlns:a16="http://schemas.microsoft.com/office/drawing/2014/main" id="{FA9C149E-EE01-4E65-8446-3CDAC9015D72}"/>
              </a:ext>
            </a:extLst>
          </p:cNvPr>
          <p:cNvSpPr>
            <a:spLocks noGrp="1"/>
          </p:cNvSpPr>
          <p:nvPr/>
        </p:nvSpPr>
        <p:spPr>
          <a:xfrm>
            <a:off x="836295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a:ext uri="{FF2B5EF4-FFF2-40B4-BE49-F238E27FC236}">
                <a16:creationId xmlns:a16="http://schemas.microsoft.com/office/drawing/2014/main" id="{980272C0-9E9C-4040-9C6C-D012524091C6}"/>
              </a:ext>
            </a:extLst>
          </p:cNvPr>
          <p:cNvSpPr>
            <a:spLocks noGrp="1"/>
          </p:cNvSpPr>
          <p:nvPr/>
        </p:nvSpPr>
        <p:spPr>
          <a:xfrm>
            <a:off x="836295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a:ext uri="{FF2B5EF4-FFF2-40B4-BE49-F238E27FC236}">
                <a16:creationId xmlns:a16="http://schemas.microsoft.com/office/drawing/2014/main" id="{B0237A4F-5EE2-4F91-A719-5C9D999C0C17}"/>
              </a:ext>
            </a:extLst>
          </p:cNvPr>
          <p:cNvSpPr>
            <a:spLocks noGrp="1"/>
          </p:cNvSpPr>
          <p:nvPr/>
        </p:nvSpPr>
        <p:spPr>
          <a:xfrm>
            <a:off x="939165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a:ext uri="{FF2B5EF4-FFF2-40B4-BE49-F238E27FC236}">
                <a16:creationId xmlns:a16="http://schemas.microsoft.com/office/drawing/2014/main" id="{E068C5AC-6F4C-4F36-A557-12E2AE1E13C0}"/>
              </a:ext>
            </a:extLst>
          </p:cNvPr>
          <p:cNvSpPr>
            <a:spLocks noGrp="1"/>
          </p:cNvSpPr>
          <p:nvPr/>
        </p:nvSpPr>
        <p:spPr>
          <a:xfrm>
            <a:off x="1024890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a:ext uri="{FF2B5EF4-FFF2-40B4-BE49-F238E27FC236}">
                <a16:creationId xmlns:a16="http://schemas.microsoft.com/office/drawing/2014/main" id="{B7F6DC36-2570-45E5-AFD1-8D49B963DBCB}"/>
              </a:ext>
            </a:extLst>
          </p:cNvPr>
          <p:cNvSpPr>
            <a:spLocks noGrp="1"/>
          </p:cNvSpPr>
          <p:nvPr/>
        </p:nvSpPr>
        <p:spPr>
          <a:xfrm>
            <a:off x="836295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a:ext uri="{FF2B5EF4-FFF2-40B4-BE49-F238E27FC236}">
                <a16:creationId xmlns:a16="http://schemas.microsoft.com/office/drawing/2014/main" id="{E0EF1A65-1CB2-42B0-B44F-2F0165D59CB8}"/>
              </a:ext>
            </a:extLst>
          </p:cNvPr>
          <p:cNvSpPr>
            <a:spLocks noGrp="1"/>
          </p:cNvSpPr>
          <p:nvPr/>
        </p:nvSpPr>
        <p:spPr>
          <a:xfrm>
            <a:off x="8505825" y="4514850"/>
            <a:ext cx="2667000" cy="552450"/>
          </a:xfrm>
          <a:prstGeom prst="roundRect">
            <a:avLst>
              <a:gd name="adj" fmla="val 20690"/>
            </a:avLst>
          </a:prstGeom>
          <a:solidFill>
            <a:srgbClr val="FFF4CD"/>
          </a:solidFill>
          <a:ln w="0">
            <a:noFill/>
            <a:prstDash val="solid"/>
          </a:ln>
        </p:spPr>
        <p:txBody>
          <a:bodyPr/>
          <a:lstStyle/>
          <a:p>
            <a:endParaRPr lang="it-IT"/>
          </a:p>
        </p:txBody>
      </p:sp>
      <p:sp>
        <p:nvSpPr>
          <p:cNvPr id="33" name="Rettangolo 32">
            <a:extLst>
              <a:ext uri="{FF2B5EF4-FFF2-40B4-BE49-F238E27FC236}">
                <a16:creationId xmlns:a16="http://schemas.microsoft.com/office/drawing/2014/main" id="{C72A86F9-3076-4133-A78E-82EB41F3A1D6}"/>
              </a:ext>
            </a:extLst>
          </p:cNvPr>
          <p:cNvSpPr>
            <a:spLocks noGrp="1"/>
          </p:cNvSpPr>
          <p:nvPr/>
        </p:nvSpPr>
        <p:spPr>
          <a:xfrm>
            <a:off x="867727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a:ext uri="{FF2B5EF4-FFF2-40B4-BE49-F238E27FC236}">
                <a16:creationId xmlns:a16="http://schemas.microsoft.com/office/drawing/2014/main" id="{83A62D01-9A99-4444-A378-62E9EAECF82E}"/>
              </a:ext>
            </a:extLst>
          </p:cNvPr>
          <p:cNvSpPr>
            <a:spLocks noGrp="1"/>
          </p:cNvSpPr>
          <p:nvPr/>
        </p:nvSpPr>
        <p:spPr>
          <a:xfrm>
            <a:off x="1428750" y="5753100"/>
            <a:ext cx="9334500" cy="26670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44889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ttangolo 9">
            <a:extLst>
              <a:ext uri="{FF2B5EF4-FFF2-40B4-BE49-F238E27FC236}">
                <a16:creationId xmlns:a16="http://schemas.microsoft.com/office/drawing/2014/main" id="{CBFBE0B0-4196-49D2-816F-6775E02BA4B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31AF1709-E0A2-40EF-88E7-6DDA26F6CFFD}"/>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a:ext uri="{FF2B5EF4-FFF2-40B4-BE49-F238E27FC236}">
                <a16:creationId xmlns:a16="http://schemas.microsoft.com/office/drawing/2014/main" id="{3291F0CF-6083-4E3B-9AC2-0305E98F368E}"/>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565A18C7-FE67-4009-89BB-E8C6FE7C319D}"/>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C8DA42D-E2E5-4441-9FF6-841AA3906BA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08</a:t>
            </a:r>
          </a:p>
        </p:txBody>
      </p:sp>
      <p:pic>
        <p:nvPicPr>
          <p:cNvPr id="17" name="Immagine 16"/>
          <p:cNvPicPr>
            <a:picLocks noChangeAspect="1"/>
          </p:cNvPicPr>
          <p:nvPr/>
        </p:nvPicPr>
        <p:blipFill>
          <a:blip r:embed="rId3"/>
          <a:stretch/>
        </p:blipFill>
        <p:spPr>
          <a:xfrm>
            <a:off x="944113" y="1257300"/>
            <a:ext cx="10303774" cy="4095750"/>
          </a:xfrm>
          <a:prstGeom prst="rect">
            <a:avLst/>
          </a:prstGeom>
        </p:spPr>
      </p:pic>
      <p:sp>
        <p:nvSpPr>
          <p:cNvPr id="7" name="Rettangolo con angoli arrotondati 6">
            <a:extLst>
              <a:ext uri="{FF2B5EF4-FFF2-40B4-BE49-F238E27FC236}">
                <a16:creationId xmlns:a16="http://schemas.microsoft.com/office/drawing/2014/main" id="{AF37DDE1-913C-46CF-A2F3-12C536DDA446}"/>
              </a:ext>
            </a:extLst>
          </p:cNvPr>
          <p:cNvSpPr>
            <a:spLocks noGrp="1"/>
          </p:cNvSpPr>
          <p:nvPr/>
        </p:nvSpPr>
        <p:spPr>
          <a:xfrm>
            <a:off x="1123950" y="5467350"/>
            <a:ext cx="9944100" cy="590550"/>
          </a:xfrm>
          <a:prstGeom prst="roundRect">
            <a:avLst>
              <a:gd name="adj" fmla="val 22581"/>
            </a:avLst>
          </a:prstGeom>
          <a:solidFill>
            <a:srgbClr val="FBEAEA"/>
          </a:solidFill>
          <a:ln w="0">
            <a:noFill/>
            <a:prstDash val="solid"/>
          </a:ln>
        </p:spPr>
        <p:txBody>
          <a:bodyPr/>
          <a:lstStyle/>
          <a:p>
            <a:endParaRPr lang="it-IT"/>
          </a:p>
        </p:txBody>
      </p:sp>
      <p:sp>
        <p:nvSpPr>
          <p:cNvPr id="8" name="Rettangolo 7">
            <a:extLst>
              <a:ext uri="{FF2B5EF4-FFF2-40B4-BE49-F238E27FC236}">
                <a16:creationId xmlns:a16="http://schemas.microsoft.com/office/drawing/2014/main" id="{30C38F54-5C1E-4ADD-809B-B0B819F1C798}"/>
              </a:ext>
            </a:extLst>
          </p:cNvPr>
          <p:cNvSpPr>
            <a:spLocks noGrp="1"/>
          </p:cNvSpPr>
          <p:nvPr/>
        </p:nvSpPr>
        <p:spPr>
          <a:xfrm>
            <a:off x="1409700" y="5619750"/>
            <a:ext cx="9372600" cy="266700"/>
          </a:xfrm>
          <a:prstGeom prst="rect">
            <a:avLst/>
          </a:prstGeom>
          <a:noFill/>
          <a:ln w="0">
            <a:noFill/>
            <a:prstDash val="solid"/>
          </a:ln>
        </p:spPr>
        <p:txBody>
          <a:bodyPr wrap="square" lIns="0" tIns="0" rIns="0" bIns="0" anchor="t">
            <a:noAutofit/>
          </a:bodyPr>
          <a:lstStyle/>
          <a:p>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a:ext uri="{FF2B5EF4-FFF2-40B4-BE49-F238E27FC236}">
                <a16:creationId xmlns:a16="http://schemas.microsoft.com/office/drawing/2014/main" id="{25396EEC-0BD8-400F-A539-2C244EEA8DC5}"/>
              </a:ext>
            </a:extLst>
          </p:cNvPr>
          <p:cNvSpPr>
            <a:spLocks noGrp="1"/>
          </p:cNvSpPr>
          <p:nvPr/>
        </p:nvSpPr>
        <p:spPr>
          <a:xfrm>
            <a:off x="1524000" y="6115050"/>
            <a:ext cx="91440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extLst>
      <p:ext uri="{BB962C8B-B14F-4D97-AF65-F5344CB8AC3E}">
        <p14:creationId xmlns:p14="http://schemas.microsoft.com/office/powerpoint/2010/main" val="911049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99C5F556-E43B-4D5C-87AA-60CC7C8B790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A2E59AA1-F424-40FD-9085-E34E23AA9D98}"/>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a:ext uri="{FF2B5EF4-FFF2-40B4-BE49-F238E27FC236}">
                <a16:creationId xmlns:a16="http://schemas.microsoft.com/office/drawing/2014/main" id="{36849F68-D7D6-4111-82DC-6F4B34B72431}"/>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336AF14B-E51D-40CF-BE63-CFC5A20414B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BEF75CF-FB0D-4A83-BC3D-ED743ECD537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09</a:t>
            </a:r>
          </a:p>
        </p:txBody>
      </p:sp>
      <p:sp>
        <p:nvSpPr>
          <p:cNvPr id="6" name="Rettangolo 5">
            <a:extLst>
              <a:ext uri="{FF2B5EF4-FFF2-40B4-BE49-F238E27FC236}">
                <a16:creationId xmlns:a16="http://schemas.microsoft.com/office/drawing/2014/main" id="{F4EDF8AC-4E92-461B-895C-53D1DB7355BF}"/>
              </a:ext>
            </a:extLst>
          </p:cNvPr>
          <p:cNvSpPr>
            <a:spLocks noGrp="1"/>
          </p:cNvSpPr>
          <p:nvPr/>
        </p:nvSpPr>
        <p:spPr>
          <a:xfrm>
            <a:off x="685800" y="1257300"/>
            <a:ext cx="752475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533400" y="1504950"/>
          <a:ext cx="7810500" cy="44005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B32211CA-359B-48C3-B5B4-E09B47E32F88}"/>
              </a:ext>
            </a:extLst>
          </p:cNvPr>
          <p:cNvSpPr>
            <a:spLocks noGrp="1"/>
          </p:cNvSpPr>
          <p:nvPr/>
        </p:nvSpPr>
        <p:spPr>
          <a:xfrm>
            <a:off x="8648700" y="1524000"/>
            <a:ext cx="2857500" cy="3829050"/>
          </a:xfrm>
          <a:prstGeom prst="roundRect">
            <a:avLst>
              <a:gd name="adj" fmla="val 6000"/>
            </a:avLst>
          </a:prstGeom>
          <a:solidFill>
            <a:srgbClr val="233A70"/>
          </a:solidFill>
          <a:ln w="0">
            <a:noFill/>
            <a:prstDash val="solid"/>
          </a:ln>
        </p:spPr>
        <p:txBody>
          <a:bodyPr/>
          <a:lstStyle/>
          <a:p>
            <a:endParaRPr lang="it-IT"/>
          </a:p>
        </p:txBody>
      </p:sp>
      <p:sp>
        <p:nvSpPr>
          <p:cNvPr id="9" name="Rettangolo 8">
            <a:extLst>
              <a:ext uri="{FF2B5EF4-FFF2-40B4-BE49-F238E27FC236}">
                <a16:creationId xmlns:a16="http://schemas.microsoft.com/office/drawing/2014/main" id="{AA5CA415-7615-47D2-9D36-55A55C537A04}"/>
              </a:ext>
            </a:extLst>
          </p:cNvPr>
          <p:cNvSpPr>
            <a:spLocks noGrp="1"/>
          </p:cNvSpPr>
          <p:nvPr/>
        </p:nvSpPr>
        <p:spPr>
          <a:xfrm>
            <a:off x="8877300" y="1809750"/>
            <a:ext cx="2400300" cy="2667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a:ext uri="{FF2B5EF4-FFF2-40B4-BE49-F238E27FC236}">
                <a16:creationId xmlns:a16="http://schemas.microsoft.com/office/drawing/2014/main" id="{650148F9-8ED3-4F66-9B1A-1A6CE4A7D735}"/>
              </a:ext>
            </a:extLst>
          </p:cNvPr>
          <p:cNvSpPr>
            <a:spLocks noGrp="1"/>
          </p:cNvSpPr>
          <p:nvPr/>
        </p:nvSpPr>
        <p:spPr>
          <a:xfrm>
            <a:off x="8877300" y="23622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a:ext uri="{FF2B5EF4-FFF2-40B4-BE49-F238E27FC236}">
                <a16:creationId xmlns:a16="http://schemas.microsoft.com/office/drawing/2014/main" id="{8A701E2C-D64D-4975-A8E0-8B4746B56A04}"/>
              </a:ext>
            </a:extLst>
          </p:cNvPr>
          <p:cNvSpPr>
            <a:spLocks noGrp="1"/>
          </p:cNvSpPr>
          <p:nvPr/>
        </p:nvSpPr>
        <p:spPr>
          <a:xfrm>
            <a:off x="8877300" y="27813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a:ext uri="{FF2B5EF4-FFF2-40B4-BE49-F238E27FC236}">
                <a16:creationId xmlns:a16="http://schemas.microsoft.com/office/drawing/2014/main" id="{005DAFCB-DAF8-45AC-A897-4BF08C50F272}"/>
              </a:ext>
            </a:extLst>
          </p:cNvPr>
          <p:cNvSpPr>
            <a:spLocks noGrp="1"/>
          </p:cNvSpPr>
          <p:nvPr/>
        </p:nvSpPr>
        <p:spPr>
          <a:xfrm>
            <a:off x="9163050" y="3219450"/>
            <a:ext cx="1828800" cy="19050"/>
          </a:xfrm>
          <a:prstGeom prst="rect">
            <a:avLst/>
          </a:prstGeom>
          <a:solidFill>
            <a:srgbClr val="536A9B"/>
          </a:solidFill>
          <a:ln w="0">
            <a:noFill/>
            <a:prstDash val="solid"/>
          </a:ln>
        </p:spPr>
        <p:txBody>
          <a:bodyPr/>
          <a:lstStyle/>
          <a:p>
            <a:endParaRPr lang="it-IT"/>
          </a:p>
        </p:txBody>
      </p:sp>
      <p:sp>
        <p:nvSpPr>
          <p:cNvPr id="13" name="Rettangolo 12">
            <a:extLst>
              <a:ext uri="{FF2B5EF4-FFF2-40B4-BE49-F238E27FC236}">
                <a16:creationId xmlns:a16="http://schemas.microsoft.com/office/drawing/2014/main" id="{16BAF519-5148-4A1A-B484-7B42D432C6F0}"/>
              </a:ext>
            </a:extLst>
          </p:cNvPr>
          <p:cNvSpPr>
            <a:spLocks noGrp="1"/>
          </p:cNvSpPr>
          <p:nvPr/>
        </p:nvSpPr>
        <p:spPr>
          <a:xfrm>
            <a:off x="8877300" y="344805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a:ext uri="{FF2B5EF4-FFF2-40B4-BE49-F238E27FC236}">
                <a16:creationId xmlns:a16="http://schemas.microsoft.com/office/drawing/2014/main" id="{F911A9A3-7270-4526-9632-3EC112625EF3}"/>
              </a:ext>
            </a:extLst>
          </p:cNvPr>
          <p:cNvSpPr>
            <a:spLocks noGrp="1"/>
          </p:cNvSpPr>
          <p:nvPr/>
        </p:nvSpPr>
        <p:spPr>
          <a:xfrm>
            <a:off x="8877300" y="386715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a:ext uri="{FF2B5EF4-FFF2-40B4-BE49-F238E27FC236}">
                <a16:creationId xmlns:a16="http://schemas.microsoft.com/office/drawing/2014/main" id="{39F04AF7-B86E-4DE5-B20C-93E90631CB11}"/>
              </a:ext>
            </a:extLst>
          </p:cNvPr>
          <p:cNvSpPr>
            <a:spLocks noGrp="1"/>
          </p:cNvSpPr>
          <p:nvPr/>
        </p:nvSpPr>
        <p:spPr>
          <a:xfrm>
            <a:off x="9163050" y="4305300"/>
            <a:ext cx="1828800" cy="19050"/>
          </a:xfrm>
          <a:prstGeom prst="rect">
            <a:avLst/>
          </a:prstGeom>
          <a:solidFill>
            <a:srgbClr val="536A9B"/>
          </a:solidFill>
          <a:ln w="0">
            <a:noFill/>
            <a:prstDash val="solid"/>
          </a:ln>
        </p:spPr>
        <p:txBody>
          <a:bodyPr/>
          <a:lstStyle/>
          <a:p>
            <a:endParaRPr lang="it-IT"/>
          </a:p>
        </p:txBody>
      </p:sp>
      <p:sp>
        <p:nvSpPr>
          <p:cNvPr id="16" name="Rettangolo 15">
            <a:extLst>
              <a:ext uri="{FF2B5EF4-FFF2-40B4-BE49-F238E27FC236}">
                <a16:creationId xmlns:a16="http://schemas.microsoft.com/office/drawing/2014/main" id="{EAAD1828-F238-4BA2-BD2C-60615842DC5B}"/>
              </a:ext>
            </a:extLst>
          </p:cNvPr>
          <p:cNvSpPr>
            <a:spLocks noGrp="1"/>
          </p:cNvSpPr>
          <p:nvPr/>
        </p:nvSpPr>
        <p:spPr>
          <a:xfrm>
            <a:off x="8877300" y="45339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a:ext uri="{FF2B5EF4-FFF2-40B4-BE49-F238E27FC236}">
                <a16:creationId xmlns:a16="http://schemas.microsoft.com/office/drawing/2014/main" id="{ABC4CE77-AF49-48BF-981A-8A6598910C9D}"/>
              </a:ext>
            </a:extLst>
          </p:cNvPr>
          <p:cNvSpPr>
            <a:spLocks noGrp="1"/>
          </p:cNvSpPr>
          <p:nvPr/>
        </p:nvSpPr>
        <p:spPr>
          <a:xfrm>
            <a:off x="8877300" y="49530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a:ext uri="{FF2B5EF4-FFF2-40B4-BE49-F238E27FC236}">
                <a16:creationId xmlns:a16="http://schemas.microsoft.com/office/drawing/2014/main" id="{AA7ACF6B-58A7-4567-977D-A10198E44E94}"/>
              </a:ext>
            </a:extLst>
          </p:cNvPr>
          <p:cNvSpPr>
            <a:spLocks noGrp="1"/>
          </p:cNvSpPr>
          <p:nvPr/>
        </p:nvSpPr>
        <p:spPr>
          <a:xfrm>
            <a:off x="1333500" y="6076950"/>
            <a:ext cx="9525000" cy="28575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466797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DED6D724-FE30-49AE-997C-C1887C78417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5EA681E0-927A-45B2-8337-239E5FF9E12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a:ext uri="{FF2B5EF4-FFF2-40B4-BE49-F238E27FC236}">
                <a16:creationId xmlns:a16="http://schemas.microsoft.com/office/drawing/2014/main" id="{02E27C31-8D1E-4BD3-8929-482DDDC7B9E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B23CCABE-2638-4044-8CC3-F8BDA96C8E5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2AC8A4D-2588-4B15-8350-592248936756}"/>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10</a:t>
            </a:r>
          </a:p>
        </p:txBody>
      </p:sp>
      <p:sp>
        <p:nvSpPr>
          <p:cNvPr id="6" name="Rettangolo 5">
            <a:extLst>
              <a:ext uri="{FF2B5EF4-FFF2-40B4-BE49-F238E27FC236}">
                <a16:creationId xmlns:a16="http://schemas.microsoft.com/office/drawing/2014/main" id="{C8C57C77-6DBD-44DA-9192-A78EE4E2B07D}"/>
              </a:ext>
            </a:extLst>
          </p:cNvPr>
          <p:cNvSpPr>
            <a:spLocks noGrp="1"/>
          </p:cNvSpPr>
          <p:nvPr/>
        </p:nvSpPr>
        <p:spPr>
          <a:xfrm>
            <a:off x="685800" y="1257300"/>
            <a:ext cx="78105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533400" y="1466850"/>
          <a:ext cx="80010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162DD1E9-B02D-4444-9572-E8249CCCA93D}"/>
              </a:ext>
            </a:extLst>
          </p:cNvPr>
          <p:cNvSpPr>
            <a:spLocks noGrp="1"/>
          </p:cNvSpPr>
          <p:nvPr/>
        </p:nvSpPr>
        <p:spPr>
          <a:xfrm>
            <a:off x="8858250" y="1619250"/>
            <a:ext cx="2647950" cy="1428750"/>
          </a:xfrm>
          <a:prstGeom prst="roundRect">
            <a:avLst>
              <a:gd name="adj" fmla="val 12000"/>
            </a:avLst>
          </a:prstGeom>
          <a:solidFill>
            <a:srgbClr val="FBEAEA"/>
          </a:solidFill>
          <a:ln w="0">
            <a:noFill/>
            <a:prstDash val="solid"/>
          </a:ln>
        </p:spPr>
        <p:txBody>
          <a:bodyPr/>
          <a:lstStyle/>
          <a:p>
            <a:endParaRPr lang="it-IT"/>
          </a:p>
        </p:txBody>
      </p:sp>
      <p:sp>
        <p:nvSpPr>
          <p:cNvPr id="9" name="Rettangolo 8">
            <a:extLst>
              <a:ext uri="{FF2B5EF4-FFF2-40B4-BE49-F238E27FC236}">
                <a16:creationId xmlns:a16="http://schemas.microsoft.com/office/drawing/2014/main" id="{C66F82BF-F8CF-4914-8747-DF7B49329C5C}"/>
              </a:ext>
            </a:extLst>
          </p:cNvPr>
          <p:cNvSpPr>
            <a:spLocks noGrp="1"/>
          </p:cNvSpPr>
          <p:nvPr/>
        </p:nvSpPr>
        <p:spPr>
          <a:xfrm>
            <a:off x="9048750" y="1943100"/>
            <a:ext cx="2266950" cy="571500"/>
          </a:xfrm>
          <a:prstGeom prst="rect">
            <a:avLst/>
          </a:prstGeom>
          <a:noFill/>
          <a:ln w="0">
            <a:noFill/>
            <a:prstDash val="solid"/>
          </a:ln>
        </p:spPr>
        <p:txBody>
          <a:bodyPr wrap="square" lIns="0" tIns="0" rIns="0" bIns="0" anchor="t">
            <a:noAutofit/>
          </a:bodyPr>
          <a:lstStyle/>
          <a:p>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a:ext uri="{FF2B5EF4-FFF2-40B4-BE49-F238E27FC236}">
                <a16:creationId xmlns:a16="http://schemas.microsoft.com/office/drawing/2014/main" id="{FB8121E6-B232-4F7B-975D-38945AFE3309}"/>
              </a:ext>
            </a:extLst>
          </p:cNvPr>
          <p:cNvSpPr>
            <a:spLocks noGrp="1"/>
          </p:cNvSpPr>
          <p:nvPr/>
        </p:nvSpPr>
        <p:spPr>
          <a:xfrm>
            <a:off x="9048750" y="259080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a:ext uri="{FF2B5EF4-FFF2-40B4-BE49-F238E27FC236}">
                <a16:creationId xmlns:a16="http://schemas.microsoft.com/office/drawing/2014/main" id="{C227376D-1F4B-4368-B470-3C3C554720A1}"/>
              </a:ext>
            </a:extLst>
          </p:cNvPr>
          <p:cNvSpPr>
            <a:spLocks noGrp="1"/>
          </p:cNvSpPr>
          <p:nvPr/>
        </p:nvSpPr>
        <p:spPr>
          <a:xfrm>
            <a:off x="8858250" y="3314700"/>
            <a:ext cx="2647950" cy="1428750"/>
          </a:xfrm>
          <a:prstGeom prst="roundRect">
            <a:avLst>
              <a:gd name="adj" fmla="val 12000"/>
            </a:avLst>
          </a:prstGeom>
          <a:solidFill>
            <a:srgbClr val="FFF4CD"/>
          </a:solidFill>
          <a:ln w="0">
            <a:noFill/>
            <a:prstDash val="solid"/>
          </a:ln>
        </p:spPr>
        <p:txBody>
          <a:bodyPr/>
          <a:lstStyle/>
          <a:p>
            <a:endParaRPr lang="it-IT"/>
          </a:p>
        </p:txBody>
      </p:sp>
      <p:sp>
        <p:nvSpPr>
          <p:cNvPr id="12" name="Rettangolo 11">
            <a:extLst>
              <a:ext uri="{FF2B5EF4-FFF2-40B4-BE49-F238E27FC236}">
                <a16:creationId xmlns:a16="http://schemas.microsoft.com/office/drawing/2014/main" id="{F2B5D134-0109-4C0B-83F0-6B3FC048A3AC}"/>
              </a:ext>
            </a:extLst>
          </p:cNvPr>
          <p:cNvSpPr>
            <a:spLocks noGrp="1"/>
          </p:cNvSpPr>
          <p:nvPr/>
        </p:nvSpPr>
        <p:spPr>
          <a:xfrm>
            <a:off x="9048750" y="3638550"/>
            <a:ext cx="2266950" cy="571500"/>
          </a:xfrm>
          <a:prstGeom prst="rect">
            <a:avLst/>
          </a:prstGeom>
          <a:noFill/>
          <a:ln w="0">
            <a:noFill/>
            <a:prstDash val="solid"/>
          </a:ln>
        </p:spPr>
        <p:txBody>
          <a:bodyPr wrap="square" lIns="0" tIns="0" rIns="0" bIns="0" anchor="t">
            <a:noAutofit/>
          </a:bodyPr>
          <a:lstStyle/>
          <a:p>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a:ext uri="{FF2B5EF4-FFF2-40B4-BE49-F238E27FC236}">
                <a16:creationId xmlns:a16="http://schemas.microsoft.com/office/drawing/2014/main" id="{6C367E04-4539-48B7-95FD-25BE3AFE42D3}"/>
              </a:ext>
            </a:extLst>
          </p:cNvPr>
          <p:cNvSpPr>
            <a:spLocks noGrp="1"/>
          </p:cNvSpPr>
          <p:nvPr/>
        </p:nvSpPr>
        <p:spPr>
          <a:xfrm>
            <a:off x="9048750" y="428625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a:ext uri="{FF2B5EF4-FFF2-40B4-BE49-F238E27FC236}">
                <a16:creationId xmlns:a16="http://schemas.microsoft.com/office/drawing/2014/main" id="{ED55BAD6-5F50-4762-AA30-51DEBFC8C1C5}"/>
              </a:ext>
            </a:extLst>
          </p:cNvPr>
          <p:cNvSpPr>
            <a:spLocks noGrp="1"/>
          </p:cNvSpPr>
          <p:nvPr/>
        </p:nvSpPr>
        <p:spPr>
          <a:xfrm>
            <a:off x="8820150" y="5143500"/>
            <a:ext cx="2724150" cy="647700"/>
          </a:xfrm>
          <a:prstGeom prst="rect">
            <a:avLst/>
          </a:prstGeom>
          <a:noFill/>
          <a:ln w="0">
            <a:noFill/>
            <a:prstDash val="solid"/>
          </a:ln>
        </p:spPr>
        <p:txBody>
          <a:bodyPr wrap="square" lIns="0" tIns="0" rIns="0" bIns="0" anchor="ctr">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645744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Rettangolo 25">
            <a:extLst>
              <a:ext uri="{FF2B5EF4-FFF2-40B4-BE49-F238E27FC236}">
                <a16:creationId xmlns:a16="http://schemas.microsoft.com/office/drawing/2014/main" id="{5645DA4D-5BF9-4953-8433-9A7E419FF06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E4F3758C-2532-486E-A04E-E3D13E2CDF8A}"/>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a:ext uri="{FF2B5EF4-FFF2-40B4-BE49-F238E27FC236}">
                <a16:creationId xmlns:a16="http://schemas.microsoft.com/office/drawing/2014/main" id="{CA526874-FE39-4860-AE76-8FB19350DF74}"/>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0A090AA1-0FBA-403D-B515-3D72E084FF70}"/>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E694E014-2838-430B-BED6-5AAAE1012DA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11</a:t>
            </a:r>
          </a:p>
        </p:txBody>
      </p:sp>
      <p:pic>
        <p:nvPicPr>
          <p:cNvPr id="35" name="Immagine 34"/>
          <p:cNvPicPr>
            <a:picLocks noChangeAspect="1"/>
          </p:cNvPicPr>
          <p:nvPr/>
        </p:nvPicPr>
        <p:blipFill>
          <a:blip r:embed="rId3"/>
          <a:srcRect/>
          <a:stretch>
            <a:fillRect/>
          </a:stretch>
        </p:blipFill>
        <p:spPr>
          <a:xfrm>
            <a:off x="685800" y="1638300"/>
            <a:ext cx="2000250" cy="2000250"/>
          </a:xfrm>
          <a:prstGeom prst="roundRect">
            <a:avLst>
              <a:gd name="adj" fmla="val 5714"/>
            </a:avLst>
          </a:prstGeom>
        </p:spPr>
      </p:pic>
      <p:sp>
        <p:nvSpPr>
          <p:cNvPr id="7" name="Rettangolo 6">
            <a:extLst>
              <a:ext uri="{FF2B5EF4-FFF2-40B4-BE49-F238E27FC236}">
                <a16:creationId xmlns:a16="http://schemas.microsoft.com/office/drawing/2014/main" id="{F435B978-2CD2-4500-A3CA-AAC78EA22718}"/>
              </a:ext>
            </a:extLst>
          </p:cNvPr>
          <p:cNvSpPr>
            <a:spLocks noGrp="1"/>
          </p:cNvSpPr>
          <p:nvPr/>
        </p:nvSpPr>
        <p:spPr>
          <a:xfrm>
            <a:off x="6858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a:ext uri="{FF2B5EF4-FFF2-40B4-BE49-F238E27FC236}">
                <a16:creationId xmlns:a16="http://schemas.microsoft.com/office/drawing/2014/main" id="{B1989978-C8F3-45F2-99A5-CA65821A908A}"/>
              </a:ext>
            </a:extLst>
          </p:cNvPr>
          <p:cNvSpPr>
            <a:spLocks noGrp="1"/>
          </p:cNvSpPr>
          <p:nvPr/>
        </p:nvSpPr>
        <p:spPr>
          <a:xfrm>
            <a:off x="6858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Immagine 37"/>
          <p:cNvPicPr>
            <a:picLocks noChangeAspect="1"/>
          </p:cNvPicPr>
          <p:nvPr/>
        </p:nvPicPr>
        <p:blipFill>
          <a:blip r:embed="rId4"/>
          <a:srcRect/>
          <a:stretch>
            <a:fillRect/>
          </a:stretch>
        </p:blipFill>
        <p:spPr>
          <a:xfrm>
            <a:off x="2990850" y="1638300"/>
            <a:ext cx="2000250" cy="2000250"/>
          </a:xfrm>
          <a:prstGeom prst="roundRect">
            <a:avLst>
              <a:gd name="adj" fmla="val 5714"/>
            </a:avLst>
          </a:prstGeom>
        </p:spPr>
      </p:pic>
      <p:sp>
        <p:nvSpPr>
          <p:cNvPr id="10" name="Rettangolo 9">
            <a:extLst>
              <a:ext uri="{FF2B5EF4-FFF2-40B4-BE49-F238E27FC236}">
                <a16:creationId xmlns:a16="http://schemas.microsoft.com/office/drawing/2014/main" id="{E91D850F-EA38-4FEE-BE99-2BC2EB72ECB5}"/>
              </a:ext>
            </a:extLst>
          </p:cNvPr>
          <p:cNvSpPr>
            <a:spLocks noGrp="1"/>
          </p:cNvSpPr>
          <p:nvPr/>
        </p:nvSpPr>
        <p:spPr>
          <a:xfrm>
            <a:off x="299085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a:ext uri="{FF2B5EF4-FFF2-40B4-BE49-F238E27FC236}">
                <a16:creationId xmlns:a16="http://schemas.microsoft.com/office/drawing/2014/main" id="{8491799F-BA10-4AA0-9BE0-C7F292FCB7FE}"/>
              </a:ext>
            </a:extLst>
          </p:cNvPr>
          <p:cNvSpPr>
            <a:spLocks noGrp="1"/>
          </p:cNvSpPr>
          <p:nvPr/>
        </p:nvSpPr>
        <p:spPr>
          <a:xfrm>
            <a:off x="299085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Immagine 40"/>
          <p:cNvPicPr>
            <a:picLocks noChangeAspect="1"/>
          </p:cNvPicPr>
          <p:nvPr/>
        </p:nvPicPr>
        <p:blipFill>
          <a:blip r:embed="rId5"/>
          <a:srcRect/>
          <a:stretch>
            <a:fillRect/>
          </a:stretch>
        </p:blipFill>
        <p:spPr>
          <a:xfrm>
            <a:off x="5295900" y="1638300"/>
            <a:ext cx="2000250" cy="2000250"/>
          </a:xfrm>
          <a:prstGeom prst="roundRect">
            <a:avLst>
              <a:gd name="adj" fmla="val 5714"/>
            </a:avLst>
          </a:prstGeom>
        </p:spPr>
      </p:pic>
      <p:sp>
        <p:nvSpPr>
          <p:cNvPr id="13" name="Rettangolo 12">
            <a:extLst>
              <a:ext uri="{FF2B5EF4-FFF2-40B4-BE49-F238E27FC236}">
                <a16:creationId xmlns:a16="http://schemas.microsoft.com/office/drawing/2014/main" id="{BD18B2E2-966E-4B84-B33C-A64D6FBBD8E2}"/>
              </a:ext>
            </a:extLst>
          </p:cNvPr>
          <p:cNvSpPr>
            <a:spLocks noGrp="1"/>
          </p:cNvSpPr>
          <p:nvPr/>
        </p:nvSpPr>
        <p:spPr>
          <a:xfrm>
            <a:off x="52959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a:ext uri="{FF2B5EF4-FFF2-40B4-BE49-F238E27FC236}">
                <a16:creationId xmlns:a16="http://schemas.microsoft.com/office/drawing/2014/main" id="{F42CFE87-0CE4-4FBF-BED1-B5868165BBDA}"/>
              </a:ext>
            </a:extLst>
          </p:cNvPr>
          <p:cNvSpPr>
            <a:spLocks noGrp="1"/>
          </p:cNvSpPr>
          <p:nvPr/>
        </p:nvSpPr>
        <p:spPr>
          <a:xfrm>
            <a:off x="52959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a:ext uri="{FF2B5EF4-FFF2-40B4-BE49-F238E27FC236}">
                <a16:creationId xmlns:a16="http://schemas.microsoft.com/office/drawing/2014/main" id="{FA069229-F17B-4C8B-BB46-930BCC99CC7F}"/>
              </a:ext>
            </a:extLst>
          </p:cNvPr>
          <p:cNvSpPr>
            <a:spLocks noGrp="1"/>
          </p:cNvSpPr>
          <p:nvPr/>
        </p:nvSpPr>
        <p:spPr>
          <a:xfrm>
            <a:off x="7810500" y="1562100"/>
            <a:ext cx="3695700" cy="2857500"/>
          </a:xfrm>
          <a:prstGeom prst="roundRect">
            <a:avLst>
              <a:gd name="adj" fmla="val 6667"/>
            </a:avLst>
          </a:prstGeom>
          <a:solidFill>
            <a:srgbClr val="233A70"/>
          </a:solidFill>
          <a:ln w="0">
            <a:noFill/>
            <a:prstDash val="solid"/>
          </a:ln>
        </p:spPr>
        <p:txBody>
          <a:bodyPr/>
          <a:lstStyle/>
          <a:p>
            <a:endParaRPr lang="it-IT"/>
          </a:p>
        </p:txBody>
      </p:sp>
      <p:sp>
        <p:nvSpPr>
          <p:cNvPr id="16" name="Rettangolo 15">
            <a:extLst>
              <a:ext uri="{FF2B5EF4-FFF2-40B4-BE49-F238E27FC236}">
                <a16:creationId xmlns:a16="http://schemas.microsoft.com/office/drawing/2014/main" id="{7D25BA6B-1106-4A33-832D-36A979EC83DB}"/>
              </a:ext>
            </a:extLst>
          </p:cNvPr>
          <p:cNvSpPr>
            <a:spLocks noGrp="1"/>
          </p:cNvSpPr>
          <p:nvPr/>
        </p:nvSpPr>
        <p:spPr>
          <a:xfrm>
            <a:off x="8096250" y="1828800"/>
            <a:ext cx="3124200" cy="228600"/>
          </a:xfrm>
          <a:prstGeom prst="rect">
            <a:avLst/>
          </a:prstGeom>
          <a:noFill/>
          <a:ln w="0">
            <a:noFill/>
            <a:prstDash val="solid"/>
          </a:ln>
        </p:spPr>
        <p:txBody>
          <a:bodyPr wrap="square" lIns="0" tIns="0" rIns="0" bIns="0" anchor="t">
            <a:noAutofit/>
          </a:bodyPr>
          <a:lstStyle/>
          <a:p>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a:ext uri="{FF2B5EF4-FFF2-40B4-BE49-F238E27FC236}">
                <a16:creationId xmlns:a16="http://schemas.microsoft.com/office/drawing/2014/main" id="{3EAB3D39-A4EA-43CB-9D21-A6855C38A875}"/>
              </a:ext>
            </a:extLst>
          </p:cNvPr>
          <p:cNvSpPr>
            <a:spLocks noGrp="1"/>
          </p:cNvSpPr>
          <p:nvPr/>
        </p:nvSpPr>
        <p:spPr>
          <a:xfrm>
            <a:off x="80962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a:ext uri="{FF2B5EF4-FFF2-40B4-BE49-F238E27FC236}">
                <a16:creationId xmlns:a16="http://schemas.microsoft.com/office/drawing/2014/main" id="{C1C5FAD1-3F30-4059-A516-5B8394AAE46E}"/>
              </a:ext>
            </a:extLst>
          </p:cNvPr>
          <p:cNvSpPr>
            <a:spLocks noGrp="1"/>
          </p:cNvSpPr>
          <p:nvPr/>
        </p:nvSpPr>
        <p:spPr>
          <a:xfrm>
            <a:off x="80962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a:ext uri="{FF2B5EF4-FFF2-40B4-BE49-F238E27FC236}">
                <a16:creationId xmlns:a16="http://schemas.microsoft.com/office/drawing/2014/main" id="{535795A5-21C9-4CC4-AF05-3AA3207A1EC2}"/>
              </a:ext>
            </a:extLst>
          </p:cNvPr>
          <p:cNvSpPr>
            <a:spLocks noGrp="1"/>
          </p:cNvSpPr>
          <p:nvPr/>
        </p:nvSpPr>
        <p:spPr>
          <a:xfrm>
            <a:off x="98869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a:ext uri="{FF2B5EF4-FFF2-40B4-BE49-F238E27FC236}">
                <a16:creationId xmlns:a16="http://schemas.microsoft.com/office/drawing/2014/main" id="{9864EAE4-9F0E-4EF8-8279-3D124BC4010B}"/>
              </a:ext>
            </a:extLst>
          </p:cNvPr>
          <p:cNvSpPr>
            <a:spLocks noGrp="1"/>
          </p:cNvSpPr>
          <p:nvPr/>
        </p:nvSpPr>
        <p:spPr>
          <a:xfrm>
            <a:off x="98869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a:ext uri="{FF2B5EF4-FFF2-40B4-BE49-F238E27FC236}">
                <a16:creationId xmlns:a16="http://schemas.microsoft.com/office/drawing/2014/main" id="{471C4D3D-721D-4498-8EFA-1BF90F405B30}"/>
              </a:ext>
            </a:extLst>
          </p:cNvPr>
          <p:cNvSpPr>
            <a:spLocks noGrp="1"/>
          </p:cNvSpPr>
          <p:nvPr/>
        </p:nvSpPr>
        <p:spPr>
          <a:xfrm>
            <a:off x="8172450" y="3124200"/>
            <a:ext cx="2971800" cy="19050"/>
          </a:xfrm>
          <a:prstGeom prst="rect">
            <a:avLst/>
          </a:prstGeom>
          <a:solidFill>
            <a:srgbClr val="536A9B"/>
          </a:solidFill>
          <a:ln w="0">
            <a:noFill/>
            <a:prstDash val="solid"/>
          </a:ln>
        </p:spPr>
        <p:txBody>
          <a:bodyPr/>
          <a:lstStyle/>
          <a:p>
            <a:endParaRPr lang="it-IT"/>
          </a:p>
        </p:txBody>
      </p:sp>
      <p:sp>
        <p:nvSpPr>
          <p:cNvPr id="22" name="Rettangolo 21">
            <a:extLst>
              <a:ext uri="{FF2B5EF4-FFF2-40B4-BE49-F238E27FC236}">
                <a16:creationId xmlns:a16="http://schemas.microsoft.com/office/drawing/2014/main" id="{A2E0B2CD-9A4A-41BF-8D83-9380D61CA4D4}"/>
              </a:ext>
            </a:extLst>
          </p:cNvPr>
          <p:cNvSpPr>
            <a:spLocks noGrp="1"/>
          </p:cNvSpPr>
          <p:nvPr/>
        </p:nvSpPr>
        <p:spPr>
          <a:xfrm>
            <a:off x="8096250" y="3371850"/>
            <a:ext cx="3124200" cy="209550"/>
          </a:xfrm>
          <a:prstGeom prst="rect">
            <a:avLst/>
          </a:prstGeom>
          <a:noFill/>
          <a:ln w="0">
            <a:noFill/>
            <a:prstDash val="solid"/>
          </a:ln>
        </p:spPr>
        <p:txBody>
          <a:bodyPr wrap="square" lIns="0" tIns="0" rIns="0" bIns="0" anchor="t">
            <a:noAutofit/>
          </a:bodyPr>
          <a:lstStyle/>
          <a:p>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a:ext uri="{FF2B5EF4-FFF2-40B4-BE49-F238E27FC236}">
                <a16:creationId xmlns:a16="http://schemas.microsoft.com/office/drawing/2014/main" id="{09EB84B4-E40A-4FB5-A6A0-847175A7A7AD}"/>
              </a:ext>
            </a:extLst>
          </p:cNvPr>
          <p:cNvSpPr>
            <a:spLocks noGrp="1"/>
          </p:cNvSpPr>
          <p:nvPr/>
        </p:nvSpPr>
        <p:spPr>
          <a:xfrm>
            <a:off x="8096250" y="3638550"/>
            <a:ext cx="3124200" cy="514350"/>
          </a:xfrm>
          <a:prstGeom prst="rect">
            <a:avLst/>
          </a:prstGeom>
          <a:noFill/>
          <a:ln w="0">
            <a:noFill/>
            <a:prstDash val="solid"/>
          </a:ln>
        </p:spPr>
        <p:txBody>
          <a:bodyPr wrap="square" lIns="0" tIns="0" rIns="0" bIns="0" anchor="t">
            <a:noAutofit/>
          </a:bodyPr>
          <a:lstStyle/>
          <a:p>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a:ext uri="{FF2B5EF4-FFF2-40B4-BE49-F238E27FC236}">
                <a16:creationId xmlns:a16="http://schemas.microsoft.com/office/drawing/2014/main" id="{18A2F9C9-4D34-4737-8B90-8118C124B94E}"/>
              </a:ext>
            </a:extLst>
          </p:cNvPr>
          <p:cNvSpPr>
            <a:spLocks noGrp="1"/>
          </p:cNvSpPr>
          <p:nvPr/>
        </p:nvSpPr>
        <p:spPr>
          <a:xfrm>
            <a:off x="1123950" y="4762500"/>
            <a:ext cx="9944100" cy="1104900"/>
          </a:xfrm>
          <a:prstGeom prst="roundRect">
            <a:avLst>
              <a:gd name="adj" fmla="val 15517"/>
            </a:avLst>
          </a:prstGeom>
          <a:solidFill>
            <a:srgbClr val="E7F8F0"/>
          </a:solidFill>
          <a:ln w="0">
            <a:noFill/>
            <a:prstDash val="solid"/>
          </a:ln>
        </p:spPr>
        <p:txBody>
          <a:bodyPr/>
          <a:lstStyle/>
          <a:p>
            <a:endParaRPr lang="it-IT"/>
          </a:p>
        </p:txBody>
      </p:sp>
      <p:sp>
        <p:nvSpPr>
          <p:cNvPr id="25" name="Rettangolo 24">
            <a:extLst>
              <a:ext uri="{FF2B5EF4-FFF2-40B4-BE49-F238E27FC236}">
                <a16:creationId xmlns:a16="http://schemas.microsoft.com/office/drawing/2014/main" id="{F063FFD0-1294-4279-B46B-EF1D1D3EB627}"/>
              </a:ext>
            </a:extLst>
          </p:cNvPr>
          <p:cNvSpPr>
            <a:spLocks noGrp="1"/>
          </p:cNvSpPr>
          <p:nvPr/>
        </p:nvSpPr>
        <p:spPr>
          <a:xfrm>
            <a:off x="1466850" y="5010150"/>
            <a:ext cx="9258300" cy="647700"/>
          </a:xfrm>
          <a:prstGeom prst="rect">
            <a:avLst/>
          </a:prstGeom>
          <a:noFill/>
          <a:ln w="0">
            <a:noFill/>
            <a:prstDash val="solid"/>
          </a:ln>
        </p:spPr>
        <p:txBody>
          <a:bodyPr wrap="square" lIns="0" tIns="0" rIns="0" bIns="0" anchor="ctr">
            <a:noAutofit/>
          </a:bodyPr>
          <a:lstStyle/>
          <a:p>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11356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3" name="Rettangolo 32">
            <a:extLst>
              <a:ext uri="{FF2B5EF4-FFF2-40B4-BE49-F238E27FC236}">
                <a16:creationId xmlns:a16="http://schemas.microsoft.com/office/drawing/2014/main" id="{AFCF59B5-683B-474F-989A-FBD69F45330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784007D6-2081-4930-A389-03D64A1A238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AI should prioritize evidence—not exclude it</a:t>
            </a:r>
          </a:p>
        </p:txBody>
      </p:sp>
      <p:sp>
        <p:nvSpPr>
          <p:cNvPr id="3" name="Rettangolo 2">
            <a:extLst>
              <a:ext uri="{FF2B5EF4-FFF2-40B4-BE49-F238E27FC236}">
                <a16:creationId xmlns:a16="http://schemas.microsoft.com/office/drawing/2014/main" id="{68493C46-8133-4462-86DB-466B3708A87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20FCC7E3-0B4D-4701-98B4-D33EB2D8663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FCFAFCCB-405C-47A7-B90B-CEB46F98CC33}"/>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12</a:t>
            </a:r>
          </a:p>
        </p:txBody>
      </p:sp>
      <p:sp>
        <p:nvSpPr>
          <p:cNvPr id="6" name="Rettangolo 5">
            <a:extLst>
              <a:ext uri="{FF2B5EF4-FFF2-40B4-BE49-F238E27FC236}">
                <a16:creationId xmlns:a16="http://schemas.microsoft.com/office/drawing/2014/main" id="{6E42C77A-5BF7-4B4F-ACB6-2B4A6D08B6F7}"/>
              </a:ext>
            </a:extLst>
          </p:cNvPr>
          <p:cNvSpPr>
            <a:spLocks noGrp="1"/>
          </p:cNvSpPr>
          <p:nvPr/>
        </p:nvSpPr>
        <p:spPr>
          <a:xfrm>
            <a:off x="1695450" y="2800350"/>
            <a:ext cx="8801100" cy="76200"/>
          </a:xfrm>
          <a:prstGeom prst="rect">
            <a:avLst/>
          </a:prstGeom>
          <a:solidFill>
            <a:srgbClr val="D9DEE8"/>
          </a:solidFill>
          <a:ln w="0">
            <a:noFill/>
            <a:prstDash val="solid"/>
          </a:ln>
        </p:spPr>
        <p:txBody>
          <a:bodyPr/>
          <a:lstStyle/>
          <a:p>
            <a:endParaRPr lang="it-IT"/>
          </a:p>
        </p:txBody>
      </p:sp>
      <p:sp>
        <p:nvSpPr>
          <p:cNvPr id="7" name="Rettangolo 6">
            <a:extLst>
              <a:ext uri="{FF2B5EF4-FFF2-40B4-BE49-F238E27FC236}">
                <a16:creationId xmlns:a16="http://schemas.microsoft.com/office/drawing/2014/main" id="{CC497960-5D6A-401D-938B-E77E37B954DF}"/>
              </a:ext>
            </a:extLst>
          </p:cNvPr>
          <p:cNvSpPr>
            <a:spLocks noGrp="1"/>
          </p:cNvSpPr>
          <p:nvPr/>
        </p:nvSpPr>
        <p:spPr>
          <a:xfrm>
            <a:off x="6858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a:ext uri="{FF2B5EF4-FFF2-40B4-BE49-F238E27FC236}">
                <a16:creationId xmlns:a16="http://schemas.microsoft.com/office/drawing/2014/main" id="{9D4C1FD3-F2E8-481B-B8A3-6FDAC352E8B5}"/>
              </a:ext>
            </a:extLst>
          </p:cNvPr>
          <p:cNvSpPr>
            <a:spLocks noGrp="1"/>
          </p:cNvSpPr>
          <p:nvPr/>
        </p:nvSpPr>
        <p:spPr>
          <a:xfrm>
            <a:off x="685800" y="2076450"/>
            <a:ext cx="2190750" cy="1466850"/>
          </a:xfrm>
          <a:prstGeom prst="roundRect">
            <a:avLst>
              <a:gd name="adj" fmla="val 11688"/>
            </a:avLst>
          </a:prstGeom>
          <a:solidFill>
            <a:srgbClr val="FFFFFF"/>
          </a:solidFill>
          <a:ln w="9525">
            <a:solidFill>
              <a:srgbClr val="D9DEE8"/>
            </a:solidFill>
            <a:prstDash val="solid"/>
          </a:ln>
        </p:spPr>
        <p:txBody>
          <a:bodyPr/>
          <a:lstStyle/>
          <a:p>
            <a:endParaRPr lang="it-IT"/>
          </a:p>
        </p:txBody>
      </p:sp>
      <p:sp>
        <p:nvSpPr>
          <p:cNvPr id="9" name="Rettangolo 8">
            <a:extLst>
              <a:ext uri="{FF2B5EF4-FFF2-40B4-BE49-F238E27FC236}">
                <a16:creationId xmlns:a16="http://schemas.microsoft.com/office/drawing/2014/main" id="{A4596393-8F9B-4AB8-B9FA-12DDC5FEB621}"/>
              </a:ext>
            </a:extLst>
          </p:cNvPr>
          <p:cNvSpPr>
            <a:spLocks noGrp="1"/>
          </p:cNvSpPr>
          <p:nvPr/>
        </p:nvSpPr>
        <p:spPr>
          <a:xfrm>
            <a:off x="8572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a:ext uri="{FF2B5EF4-FFF2-40B4-BE49-F238E27FC236}">
                <a16:creationId xmlns:a16="http://schemas.microsoft.com/office/drawing/2014/main" id="{7AA4D259-8252-49D2-AC66-8CEBF46905A6}"/>
              </a:ext>
            </a:extLst>
          </p:cNvPr>
          <p:cNvSpPr>
            <a:spLocks noGrp="1"/>
          </p:cNvSpPr>
          <p:nvPr/>
        </p:nvSpPr>
        <p:spPr>
          <a:xfrm>
            <a:off x="8572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a:ext uri="{FF2B5EF4-FFF2-40B4-BE49-F238E27FC236}">
                <a16:creationId xmlns:a16="http://schemas.microsoft.com/office/drawing/2014/main" id="{B875C228-D2D2-4ED0-AE89-A0F4D270CE44}"/>
              </a:ext>
            </a:extLst>
          </p:cNvPr>
          <p:cNvSpPr>
            <a:spLocks noGrp="1"/>
          </p:cNvSpPr>
          <p:nvPr/>
        </p:nvSpPr>
        <p:spPr>
          <a:xfrm>
            <a:off x="34671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a:ext uri="{FF2B5EF4-FFF2-40B4-BE49-F238E27FC236}">
                <a16:creationId xmlns:a16="http://schemas.microsoft.com/office/drawing/2014/main" id="{F27AA906-E5AF-40DB-9F2E-5E5C26E8C25A}"/>
              </a:ext>
            </a:extLst>
          </p:cNvPr>
          <p:cNvSpPr>
            <a:spLocks noGrp="1"/>
          </p:cNvSpPr>
          <p:nvPr/>
        </p:nvSpPr>
        <p:spPr>
          <a:xfrm>
            <a:off x="3467100" y="2076450"/>
            <a:ext cx="2190750" cy="1466850"/>
          </a:xfrm>
          <a:prstGeom prst="roundRect">
            <a:avLst>
              <a:gd name="adj" fmla="val 11688"/>
            </a:avLst>
          </a:prstGeom>
          <a:solidFill>
            <a:srgbClr val="E9EEF8"/>
          </a:solidFill>
          <a:ln w="9525">
            <a:solidFill>
              <a:srgbClr val="E9EEF8"/>
            </a:solidFill>
            <a:prstDash val="solid"/>
          </a:ln>
        </p:spPr>
        <p:txBody>
          <a:bodyPr/>
          <a:lstStyle/>
          <a:p>
            <a:endParaRPr lang="it-IT"/>
          </a:p>
        </p:txBody>
      </p:sp>
      <p:sp>
        <p:nvSpPr>
          <p:cNvPr id="13" name="Rettangolo 12">
            <a:extLst>
              <a:ext uri="{FF2B5EF4-FFF2-40B4-BE49-F238E27FC236}">
                <a16:creationId xmlns:a16="http://schemas.microsoft.com/office/drawing/2014/main" id="{10A088F2-59B9-41DB-B22F-C8A142756290}"/>
              </a:ext>
            </a:extLst>
          </p:cNvPr>
          <p:cNvSpPr>
            <a:spLocks noGrp="1"/>
          </p:cNvSpPr>
          <p:nvPr/>
        </p:nvSpPr>
        <p:spPr>
          <a:xfrm>
            <a:off x="36385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a:ext uri="{FF2B5EF4-FFF2-40B4-BE49-F238E27FC236}">
                <a16:creationId xmlns:a16="http://schemas.microsoft.com/office/drawing/2014/main" id="{27D139E3-0991-49D9-9C28-1A63AF4F9EAD}"/>
              </a:ext>
            </a:extLst>
          </p:cNvPr>
          <p:cNvSpPr>
            <a:spLocks noGrp="1"/>
          </p:cNvSpPr>
          <p:nvPr/>
        </p:nvSpPr>
        <p:spPr>
          <a:xfrm>
            <a:off x="36385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a:ext uri="{FF2B5EF4-FFF2-40B4-BE49-F238E27FC236}">
                <a16:creationId xmlns:a16="http://schemas.microsoft.com/office/drawing/2014/main" id="{7F193325-1128-438B-B217-138A67DDF676}"/>
              </a:ext>
            </a:extLst>
          </p:cNvPr>
          <p:cNvSpPr>
            <a:spLocks noGrp="1"/>
          </p:cNvSpPr>
          <p:nvPr/>
        </p:nvSpPr>
        <p:spPr>
          <a:xfrm>
            <a:off x="62484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a:ext uri="{FF2B5EF4-FFF2-40B4-BE49-F238E27FC236}">
                <a16:creationId xmlns:a16="http://schemas.microsoft.com/office/drawing/2014/main" id="{E8C8212D-5123-48C7-8465-CE6674A3EAFA}"/>
              </a:ext>
            </a:extLst>
          </p:cNvPr>
          <p:cNvSpPr>
            <a:spLocks noGrp="1"/>
          </p:cNvSpPr>
          <p:nvPr/>
        </p:nvSpPr>
        <p:spPr>
          <a:xfrm>
            <a:off x="6248400" y="2076450"/>
            <a:ext cx="2190750" cy="1466850"/>
          </a:xfrm>
          <a:prstGeom prst="roundRect">
            <a:avLst>
              <a:gd name="adj" fmla="val 11688"/>
            </a:avLst>
          </a:prstGeom>
          <a:solidFill>
            <a:srgbClr val="E7F8F0"/>
          </a:solidFill>
          <a:ln w="9525">
            <a:solidFill>
              <a:srgbClr val="E7F8F0"/>
            </a:solidFill>
            <a:prstDash val="solid"/>
          </a:ln>
        </p:spPr>
        <p:txBody>
          <a:bodyPr/>
          <a:lstStyle/>
          <a:p>
            <a:endParaRPr lang="it-IT"/>
          </a:p>
        </p:txBody>
      </p:sp>
      <p:sp>
        <p:nvSpPr>
          <p:cNvPr id="17" name="Rettangolo 16">
            <a:extLst>
              <a:ext uri="{FF2B5EF4-FFF2-40B4-BE49-F238E27FC236}">
                <a16:creationId xmlns:a16="http://schemas.microsoft.com/office/drawing/2014/main" id="{688DB260-266F-461B-B69D-7D7802AF0D5C}"/>
              </a:ext>
            </a:extLst>
          </p:cNvPr>
          <p:cNvSpPr>
            <a:spLocks noGrp="1"/>
          </p:cNvSpPr>
          <p:nvPr/>
        </p:nvSpPr>
        <p:spPr>
          <a:xfrm>
            <a:off x="64198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a:ext uri="{FF2B5EF4-FFF2-40B4-BE49-F238E27FC236}">
                <a16:creationId xmlns:a16="http://schemas.microsoft.com/office/drawing/2014/main" id="{0D32C62D-AD61-47FC-9DF3-3D1D755CC850}"/>
              </a:ext>
            </a:extLst>
          </p:cNvPr>
          <p:cNvSpPr>
            <a:spLocks noGrp="1"/>
          </p:cNvSpPr>
          <p:nvPr/>
        </p:nvSpPr>
        <p:spPr>
          <a:xfrm>
            <a:off x="64198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a:ext uri="{FF2B5EF4-FFF2-40B4-BE49-F238E27FC236}">
                <a16:creationId xmlns:a16="http://schemas.microsoft.com/office/drawing/2014/main" id="{9D03034B-8F88-418E-9635-E3411B5DDEBC}"/>
              </a:ext>
            </a:extLst>
          </p:cNvPr>
          <p:cNvSpPr>
            <a:spLocks noGrp="1"/>
          </p:cNvSpPr>
          <p:nvPr/>
        </p:nvSpPr>
        <p:spPr>
          <a:xfrm>
            <a:off x="90297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a:ext uri="{FF2B5EF4-FFF2-40B4-BE49-F238E27FC236}">
                <a16:creationId xmlns:a16="http://schemas.microsoft.com/office/drawing/2014/main" id="{0A7F9A2F-8B4C-4A62-8D51-C8AC9213FEC9}"/>
              </a:ext>
            </a:extLst>
          </p:cNvPr>
          <p:cNvSpPr>
            <a:spLocks noGrp="1"/>
          </p:cNvSpPr>
          <p:nvPr/>
        </p:nvSpPr>
        <p:spPr>
          <a:xfrm>
            <a:off x="9029700" y="2076450"/>
            <a:ext cx="2190750" cy="1466850"/>
          </a:xfrm>
          <a:prstGeom prst="roundRect">
            <a:avLst>
              <a:gd name="adj" fmla="val 11688"/>
            </a:avLst>
          </a:prstGeom>
          <a:solidFill>
            <a:srgbClr val="FFFFFF"/>
          </a:solidFill>
          <a:ln w="9525">
            <a:solidFill>
              <a:srgbClr val="D9DEE8"/>
            </a:solidFill>
            <a:prstDash val="solid"/>
          </a:ln>
        </p:spPr>
        <p:txBody>
          <a:bodyPr/>
          <a:lstStyle/>
          <a:p>
            <a:endParaRPr lang="it-IT"/>
          </a:p>
        </p:txBody>
      </p:sp>
      <p:sp>
        <p:nvSpPr>
          <p:cNvPr id="21" name="Rettangolo 20">
            <a:extLst>
              <a:ext uri="{FF2B5EF4-FFF2-40B4-BE49-F238E27FC236}">
                <a16:creationId xmlns:a16="http://schemas.microsoft.com/office/drawing/2014/main" id="{DC68B587-3821-4278-A721-BE8076578B8C}"/>
              </a:ext>
            </a:extLst>
          </p:cNvPr>
          <p:cNvSpPr>
            <a:spLocks noGrp="1"/>
          </p:cNvSpPr>
          <p:nvPr/>
        </p:nvSpPr>
        <p:spPr>
          <a:xfrm>
            <a:off x="92011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a:ext uri="{FF2B5EF4-FFF2-40B4-BE49-F238E27FC236}">
                <a16:creationId xmlns:a16="http://schemas.microsoft.com/office/drawing/2014/main" id="{F2ED8D5E-2422-4B92-867E-DD3CA4ACD7CB}"/>
              </a:ext>
            </a:extLst>
          </p:cNvPr>
          <p:cNvSpPr>
            <a:spLocks noGrp="1"/>
          </p:cNvSpPr>
          <p:nvPr/>
        </p:nvSpPr>
        <p:spPr>
          <a:xfrm>
            <a:off x="92011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a:ext uri="{FF2B5EF4-FFF2-40B4-BE49-F238E27FC236}">
                <a16:creationId xmlns:a16="http://schemas.microsoft.com/office/drawing/2014/main" id="{04339118-F714-4CF4-9531-D2EFDA073425}"/>
              </a:ext>
            </a:extLst>
          </p:cNvPr>
          <p:cNvSpPr>
            <a:spLocks noGrp="1"/>
          </p:cNvSpPr>
          <p:nvPr/>
        </p:nvSpPr>
        <p:spPr>
          <a:xfrm>
            <a:off x="685800" y="4095750"/>
            <a:ext cx="108204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a:ext uri="{FF2B5EF4-FFF2-40B4-BE49-F238E27FC236}">
                <a16:creationId xmlns:a16="http://schemas.microsoft.com/office/drawing/2014/main" id="{6DE606BC-E4EE-43D8-A10A-D6AF9A28A5DE}"/>
              </a:ext>
            </a:extLst>
          </p:cNvPr>
          <p:cNvSpPr>
            <a:spLocks noGrp="1"/>
          </p:cNvSpPr>
          <p:nvPr/>
        </p:nvSpPr>
        <p:spPr>
          <a:xfrm>
            <a:off x="8382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a:ext uri="{FF2B5EF4-FFF2-40B4-BE49-F238E27FC236}">
                <a16:creationId xmlns:a16="http://schemas.microsoft.com/office/drawing/2014/main" id="{E60E196D-BF02-4A60-AA11-C25A1BD1FBCA}"/>
              </a:ext>
            </a:extLst>
          </p:cNvPr>
          <p:cNvSpPr>
            <a:spLocks noGrp="1"/>
          </p:cNvSpPr>
          <p:nvPr/>
        </p:nvSpPr>
        <p:spPr>
          <a:xfrm>
            <a:off x="3333750" y="4533900"/>
            <a:ext cx="19050" cy="400050"/>
          </a:xfrm>
          <a:prstGeom prst="rect">
            <a:avLst/>
          </a:prstGeom>
          <a:solidFill>
            <a:srgbClr val="D9DEE8"/>
          </a:solidFill>
          <a:ln w="0">
            <a:noFill/>
            <a:prstDash val="solid"/>
          </a:ln>
        </p:spPr>
        <p:txBody>
          <a:bodyPr/>
          <a:lstStyle/>
          <a:p>
            <a:endParaRPr lang="it-IT"/>
          </a:p>
        </p:txBody>
      </p:sp>
      <p:sp>
        <p:nvSpPr>
          <p:cNvPr id="26" name="Rettangolo 25">
            <a:extLst>
              <a:ext uri="{FF2B5EF4-FFF2-40B4-BE49-F238E27FC236}">
                <a16:creationId xmlns:a16="http://schemas.microsoft.com/office/drawing/2014/main" id="{03F90BFD-8FC5-496D-B2BD-090EFE986347}"/>
              </a:ext>
            </a:extLst>
          </p:cNvPr>
          <p:cNvSpPr>
            <a:spLocks noGrp="1"/>
          </p:cNvSpPr>
          <p:nvPr/>
        </p:nvSpPr>
        <p:spPr>
          <a:xfrm>
            <a:off x="35433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a:ext uri="{FF2B5EF4-FFF2-40B4-BE49-F238E27FC236}">
                <a16:creationId xmlns:a16="http://schemas.microsoft.com/office/drawing/2014/main" id="{B2B38D1D-5BC1-489F-8CEC-BF5FD0E6DF1A}"/>
              </a:ext>
            </a:extLst>
          </p:cNvPr>
          <p:cNvSpPr>
            <a:spLocks noGrp="1"/>
          </p:cNvSpPr>
          <p:nvPr/>
        </p:nvSpPr>
        <p:spPr>
          <a:xfrm>
            <a:off x="6038850" y="4533900"/>
            <a:ext cx="19050" cy="400050"/>
          </a:xfrm>
          <a:prstGeom prst="rect">
            <a:avLst/>
          </a:prstGeom>
          <a:solidFill>
            <a:srgbClr val="D9DEE8"/>
          </a:solidFill>
          <a:ln w="0">
            <a:noFill/>
            <a:prstDash val="solid"/>
          </a:ln>
        </p:spPr>
        <p:txBody>
          <a:bodyPr/>
          <a:lstStyle/>
          <a:p>
            <a:endParaRPr lang="it-IT"/>
          </a:p>
        </p:txBody>
      </p:sp>
      <p:sp>
        <p:nvSpPr>
          <p:cNvPr id="28" name="Rettangolo 27">
            <a:extLst>
              <a:ext uri="{FF2B5EF4-FFF2-40B4-BE49-F238E27FC236}">
                <a16:creationId xmlns:a16="http://schemas.microsoft.com/office/drawing/2014/main" id="{8CBE62AC-4860-455E-BD3B-688579D32233}"/>
              </a:ext>
            </a:extLst>
          </p:cNvPr>
          <p:cNvSpPr>
            <a:spLocks noGrp="1"/>
          </p:cNvSpPr>
          <p:nvPr/>
        </p:nvSpPr>
        <p:spPr>
          <a:xfrm>
            <a:off x="62484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a:ext uri="{FF2B5EF4-FFF2-40B4-BE49-F238E27FC236}">
                <a16:creationId xmlns:a16="http://schemas.microsoft.com/office/drawing/2014/main" id="{DAD0FA6E-44BA-4057-A6E5-205E1EA40B06}"/>
              </a:ext>
            </a:extLst>
          </p:cNvPr>
          <p:cNvSpPr>
            <a:spLocks noGrp="1"/>
          </p:cNvSpPr>
          <p:nvPr/>
        </p:nvSpPr>
        <p:spPr>
          <a:xfrm>
            <a:off x="8743950" y="4533900"/>
            <a:ext cx="19050" cy="400050"/>
          </a:xfrm>
          <a:prstGeom prst="rect">
            <a:avLst/>
          </a:prstGeom>
          <a:solidFill>
            <a:srgbClr val="D9DEE8"/>
          </a:solidFill>
          <a:ln w="0">
            <a:noFill/>
            <a:prstDash val="solid"/>
          </a:ln>
        </p:spPr>
        <p:txBody>
          <a:bodyPr/>
          <a:lstStyle/>
          <a:p>
            <a:endParaRPr lang="it-IT"/>
          </a:p>
        </p:txBody>
      </p:sp>
      <p:sp>
        <p:nvSpPr>
          <p:cNvPr id="30" name="Rettangolo 29">
            <a:extLst>
              <a:ext uri="{FF2B5EF4-FFF2-40B4-BE49-F238E27FC236}">
                <a16:creationId xmlns:a16="http://schemas.microsoft.com/office/drawing/2014/main" id="{EB7B099E-18FB-4F61-A001-312CD23DFDB3}"/>
              </a:ext>
            </a:extLst>
          </p:cNvPr>
          <p:cNvSpPr>
            <a:spLocks noGrp="1"/>
          </p:cNvSpPr>
          <p:nvPr/>
        </p:nvSpPr>
        <p:spPr>
          <a:xfrm>
            <a:off x="89535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a:ext uri="{FF2B5EF4-FFF2-40B4-BE49-F238E27FC236}">
                <a16:creationId xmlns:a16="http://schemas.microsoft.com/office/drawing/2014/main" id="{61341085-EF38-4412-9246-C812DAAA179E}"/>
              </a:ext>
            </a:extLst>
          </p:cNvPr>
          <p:cNvSpPr>
            <a:spLocks noGrp="1"/>
          </p:cNvSpPr>
          <p:nvPr/>
        </p:nvSpPr>
        <p:spPr>
          <a:xfrm>
            <a:off x="1123950" y="5391150"/>
            <a:ext cx="9944100" cy="723900"/>
          </a:xfrm>
          <a:prstGeom prst="roundRect">
            <a:avLst>
              <a:gd name="adj" fmla="val 21053"/>
            </a:avLst>
          </a:prstGeom>
          <a:solidFill>
            <a:srgbClr val="233A70"/>
          </a:solidFill>
          <a:ln w="0">
            <a:noFill/>
            <a:prstDash val="solid"/>
          </a:ln>
        </p:spPr>
        <p:txBody>
          <a:bodyPr/>
          <a:lstStyle/>
          <a:p>
            <a:endParaRPr lang="it-IT"/>
          </a:p>
        </p:txBody>
      </p:sp>
      <p:sp>
        <p:nvSpPr>
          <p:cNvPr id="32" name="Rettangolo 31">
            <a:extLst>
              <a:ext uri="{FF2B5EF4-FFF2-40B4-BE49-F238E27FC236}">
                <a16:creationId xmlns:a16="http://schemas.microsoft.com/office/drawing/2014/main" id="{C6444606-31CF-4954-A94E-256FA6870834}"/>
              </a:ext>
            </a:extLst>
          </p:cNvPr>
          <p:cNvSpPr>
            <a:spLocks noGrp="1"/>
          </p:cNvSpPr>
          <p:nvPr/>
        </p:nvSpPr>
        <p:spPr>
          <a:xfrm>
            <a:off x="1466850" y="5581650"/>
            <a:ext cx="9258300" cy="342900"/>
          </a:xfrm>
          <a:prstGeom prst="rect">
            <a:avLst/>
          </a:prstGeom>
          <a:noFill/>
          <a:ln w="0">
            <a:noFill/>
            <a:prstDash val="solid"/>
          </a:ln>
        </p:spPr>
        <p:txBody>
          <a:bodyPr wrap="square" lIns="0" tIns="0" rIns="0" bIns="0" anchor="ctr">
            <a:noAutofit/>
          </a:bodyP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161338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33A70"/>
        </a:solidFill>
        <a:effectLst/>
      </p:bgPr>
    </p:bg>
    <p:spTree>
      <p:nvGrpSpPr>
        <p:cNvPr id="1" name=""/>
        <p:cNvGrpSpPr/>
        <p:nvPr/>
      </p:nvGrpSpPr>
      <p:grpSpPr>
        <a:xfrm>
          <a:off x="0" y="0"/>
          <a:ext cx="0" cy="0"/>
          <a:chOff x="0" y="0"/>
          <a:chExt cx="0" cy="0"/>
        </a:xfrm>
      </p:grpSpPr>
      <p:pic>
        <p:nvPicPr>
          <p:cNvPr id="15" name="Immagine 14"/>
          <p:cNvPicPr>
            <a:picLocks noChangeAspect="1"/>
          </p:cNvPicPr>
          <p:nvPr/>
        </p:nvPicPr>
        <p:blipFill>
          <a:blip r:embed="rId3"/>
          <a:stretch/>
        </p:blipFill>
        <p:spPr>
          <a:xfrm>
            <a:off x="9812751" y="400050"/>
            <a:ext cx="1424748" cy="1695450"/>
          </a:xfrm>
          <a:prstGeom prst="rect">
            <a:avLst/>
          </a:prstGeom>
        </p:spPr>
      </p:pic>
      <p:sp>
        <p:nvSpPr>
          <p:cNvPr id="2" name="Rettangolo 1">
            <a:extLst>
              <a:ext uri="{FF2B5EF4-FFF2-40B4-BE49-F238E27FC236}">
                <a16:creationId xmlns:a16="http://schemas.microsoft.com/office/drawing/2014/main" id="{96233C98-1682-4713-96AF-301D7793CFAD}"/>
              </a:ext>
            </a:extLst>
          </p:cNvPr>
          <p:cNvSpPr>
            <a:spLocks noGrp="1"/>
          </p:cNvSpPr>
          <p:nvPr/>
        </p:nvSpPr>
        <p:spPr>
          <a:xfrm>
            <a:off x="685800" y="685800"/>
            <a:ext cx="8763000" cy="1524000"/>
          </a:xfrm>
          <a:prstGeom prst="rect">
            <a:avLst/>
          </a:prstGeom>
          <a:noFill/>
          <a:ln w="0">
            <a:noFill/>
            <a:prstDash val="solid"/>
          </a:ln>
        </p:spPr>
        <p:txBody>
          <a:bodyPr wrap="square" lIns="0" tIns="0" rIns="0" bIns="0" anchor="ctr">
            <a:noAutofit/>
          </a:body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a:ext uri="{FF2B5EF4-FFF2-40B4-BE49-F238E27FC236}">
                <a16:creationId xmlns:a16="http://schemas.microsoft.com/office/drawing/2014/main" id="{406CEE45-9954-4129-B4CC-8763B90B9FE7}"/>
              </a:ext>
            </a:extLst>
          </p:cNvPr>
          <p:cNvSpPr>
            <a:spLocks noGrp="1"/>
          </p:cNvSpPr>
          <p:nvPr/>
        </p:nvSpPr>
        <p:spPr>
          <a:xfrm>
            <a:off x="685800" y="2381250"/>
            <a:ext cx="2000250" cy="66675"/>
          </a:xfrm>
          <a:prstGeom prst="rect">
            <a:avLst/>
          </a:prstGeom>
          <a:solidFill>
            <a:srgbClr val="14B97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A87ACFBC-5913-4A14-A572-7C43C4E614CE}"/>
              </a:ext>
            </a:extLst>
          </p:cNvPr>
          <p:cNvSpPr>
            <a:spLocks noGrp="1"/>
          </p:cNvSpPr>
          <p:nvPr/>
        </p:nvSpPr>
        <p:spPr>
          <a:xfrm>
            <a:off x="685800" y="28575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a:ext uri="{FF2B5EF4-FFF2-40B4-BE49-F238E27FC236}">
                <a16:creationId xmlns:a16="http://schemas.microsoft.com/office/drawing/2014/main" id="{A7447639-7A70-4861-8213-2179225B1DA5}"/>
              </a:ext>
            </a:extLst>
          </p:cNvPr>
          <p:cNvSpPr>
            <a:spLocks noGrp="1"/>
          </p:cNvSpPr>
          <p:nvPr/>
        </p:nvSpPr>
        <p:spPr>
          <a:xfrm>
            <a:off x="1428750" y="28384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a:ext uri="{FF2B5EF4-FFF2-40B4-BE49-F238E27FC236}">
                <a16:creationId xmlns:a16="http://schemas.microsoft.com/office/drawing/2014/main" id="{1450CA5E-FC35-430A-9031-A11896E280CD}"/>
              </a:ext>
            </a:extLst>
          </p:cNvPr>
          <p:cNvSpPr>
            <a:spLocks noGrp="1"/>
          </p:cNvSpPr>
          <p:nvPr/>
        </p:nvSpPr>
        <p:spPr>
          <a:xfrm>
            <a:off x="1428750" y="3524250"/>
            <a:ext cx="8858250" cy="9525"/>
          </a:xfrm>
          <a:prstGeom prst="rect">
            <a:avLst/>
          </a:prstGeom>
          <a:solidFill>
            <a:srgbClr val="536A9B"/>
          </a:solidFill>
          <a:ln w="0">
            <a:noFill/>
            <a:prstDash val="solid"/>
          </a:ln>
        </p:spPr>
        <p:txBody>
          <a:bodyPr/>
          <a:lstStyle/>
          <a:p>
            <a:endParaRPr lang="it-IT"/>
          </a:p>
        </p:txBody>
      </p:sp>
      <p:sp>
        <p:nvSpPr>
          <p:cNvPr id="7" name="Rettangolo 6">
            <a:extLst>
              <a:ext uri="{FF2B5EF4-FFF2-40B4-BE49-F238E27FC236}">
                <a16:creationId xmlns:a16="http://schemas.microsoft.com/office/drawing/2014/main" id="{84B48416-48C8-47F4-8298-4F17F973B71A}"/>
              </a:ext>
            </a:extLst>
          </p:cNvPr>
          <p:cNvSpPr>
            <a:spLocks noGrp="1"/>
          </p:cNvSpPr>
          <p:nvPr/>
        </p:nvSpPr>
        <p:spPr>
          <a:xfrm>
            <a:off x="685800" y="375285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02</a:t>
            </a:r>
          </a:p>
        </p:txBody>
      </p:sp>
      <p:sp>
        <p:nvSpPr>
          <p:cNvPr id="8" name="Rettangolo 7">
            <a:extLst>
              <a:ext uri="{FF2B5EF4-FFF2-40B4-BE49-F238E27FC236}">
                <a16:creationId xmlns:a16="http://schemas.microsoft.com/office/drawing/2014/main" id="{988D7614-8FE3-475C-B612-F8C4E0C42486}"/>
              </a:ext>
            </a:extLst>
          </p:cNvPr>
          <p:cNvSpPr>
            <a:spLocks noGrp="1"/>
          </p:cNvSpPr>
          <p:nvPr/>
        </p:nvSpPr>
        <p:spPr>
          <a:xfrm>
            <a:off x="1428750" y="373380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a:ext uri="{FF2B5EF4-FFF2-40B4-BE49-F238E27FC236}">
                <a16:creationId xmlns:a16="http://schemas.microsoft.com/office/drawing/2014/main" id="{9FD6AFD3-88FF-4DC9-A60E-DD29C11BBE0F}"/>
              </a:ext>
            </a:extLst>
          </p:cNvPr>
          <p:cNvSpPr>
            <a:spLocks noGrp="1"/>
          </p:cNvSpPr>
          <p:nvPr/>
        </p:nvSpPr>
        <p:spPr>
          <a:xfrm>
            <a:off x="1428750" y="4419600"/>
            <a:ext cx="8858250" cy="9525"/>
          </a:xfrm>
          <a:prstGeom prst="rect">
            <a:avLst/>
          </a:prstGeom>
          <a:solidFill>
            <a:srgbClr val="536A9B"/>
          </a:solidFill>
          <a:ln w="0">
            <a:noFill/>
            <a:prstDash val="solid"/>
          </a:ln>
        </p:spPr>
        <p:txBody>
          <a:bodyPr/>
          <a:lstStyle/>
          <a:p>
            <a:endParaRPr lang="it-IT"/>
          </a:p>
        </p:txBody>
      </p:sp>
      <p:sp>
        <p:nvSpPr>
          <p:cNvPr id="10" name="Rettangolo 9">
            <a:extLst>
              <a:ext uri="{FF2B5EF4-FFF2-40B4-BE49-F238E27FC236}">
                <a16:creationId xmlns:a16="http://schemas.microsoft.com/office/drawing/2014/main" id="{82DD1464-6B69-4824-9D72-F6913E53C22E}"/>
              </a:ext>
            </a:extLst>
          </p:cNvPr>
          <p:cNvSpPr>
            <a:spLocks noGrp="1"/>
          </p:cNvSpPr>
          <p:nvPr/>
        </p:nvSpPr>
        <p:spPr>
          <a:xfrm>
            <a:off x="685800" y="46482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a:ext uri="{FF2B5EF4-FFF2-40B4-BE49-F238E27FC236}">
                <a16:creationId xmlns:a16="http://schemas.microsoft.com/office/drawing/2014/main" id="{CE069915-8C7F-4D66-A75C-DE9F676A9B58}"/>
              </a:ext>
            </a:extLst>
          </p:cNvPr>
          <p:cNvSpPr>
            <a:spLocks noGrp="1"/>
          </p:cNvSpPr>
          <p:nvPr/>
        </p:nvSpPr>
        <p:spPr>
          <a:xfrm>
            <a:off x="1428750" y="46291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a:ext uri="{FF2B5EF4-FFF2-40B4-BE49-F238E27FC236}">
                <a16:creationId xmlns:a16="http://schemas.microsoft.com/office/drawing/2014/main" id="{C5DB9022-7C6B-4FD6-BD9F-B0933F2FF931}"/>
              </a:ext>
            </a:extLst>
          </p:cNvPr>
          <p:cNvSpPr>
            <a:spLocks noGrp="1"/>
          </p:cNvSpPr>
          <p:nvPr/>
        </p:nvSpPr>
        <p:spPr>
          <a:xfrm>
            <a:off x="685800" y="5962650"/>
            <a:ext cx="2476500" cy="419100"/>
          </a:xfrm>
          <a:prstGeom prst="rect">
            <a:avLst/>
          </a:prstGeom>
          <a:noFill/>
          <a:ln w="0">
            <a:noFill/>
            <a:prstDash val="solid"/>
          </a:ln>
        </p:spPr>
        <p:txBody>
          <a:bodyPr wrap="square" lIns="0" tIns="0" rIns="0" bIns="0" anchor="t">
            <a:noAutofit/>
          </a:bodyPr>
          <a:lstStyle/>
          <a:p>
            <a:pPr algn="l">
              <a:buNone/>
              <a:defRPr sz="2025" b="1">
                <a:solidFill>
                  <a:srgbClr val="DCE4F3"/>
                </a:solidFill>
                <a:latin typeface="Arial"/>
                <a:ea typeface="Arial"/>
                <a:cs typeface="Arial"/>
              </a:defRPr>
            </a:pPr>
            <a:r>
              <a:rPr sz="2025" b="1">
                <a:solidFill>
                  <a:srgbClr val="DCE4F3"/>
                </a:solidFill>
                <a:latin typeface="Arial"/>
                <a:ea typeface="Arial"/>
                <a:cs typeface="Arial"/>
              </a:rPr>
              <a:t>Questions</a:t>
            </a:r>
          </a:p>
        </p:txBody>
      </p:sp>
      <p:sp>
        <p:nvSpPr>
          <p:cNvPr id="13" name="Rettangolo 12">
            <a:extLst>
              <a:ext uri="{FF2B5EF4-FFF2-40B4-BE49-F238E27FC236}">
                <a16:creationId xmlns:a16="http://schemas.microsoft.com/office/drawing/2014/main" id="{E270C321-849E-4038-B40F-9F6AE5428309}"/>
              </a:ext>
            </a:extLst>
          </p:cNvPr>
          <p:cNvSpPr>
            <a:spLocks noGrp="1"/>
          </p:cNvSpPr>
          <p:nvPr/>
        </p:nvSpPr>
        <p:spPr>
          <a:xfrm>
            <a:off x="8972550" y="6038850"/>
            <a:ext cx="2266950" cy="266700"/>
          </a:xfrm>
          <a:prstGeom prst="rect">
            <a:avLst/>
          </a:prstGeom>
          <a:noFill/>
          <a:ln w="0">
            <a:noFill/>
            <a:prstDash val="solid"/>
          </a:ln>
        </p:spPr>
        <p:txBody>
          <a:bodyPr wrap="square" lIns="0" tIns="0" rIns="0" bIns="0" anchor="t">
            <a:noAutofit/>
          </a:bodyPr>
          <a:lstStyle/>
          <a:p>
            <a:pPr algn="r">
              <a:buNone/>
              <a:defRPr sz="1200" b="0">
                <a:solidFill>
                  <a:srgbClr val="9FB0D3"/>
                </a:solidFill>
                <a:latin typeface="Arial"/>
                <a:ea typeface="Arial"/>
                <a:cs typeface="Arial"/>
              </a:defRPr>
            </a:pPr>
            <a:r>
              <a:rPr sz="1200" b="0">
                <a:solidFill>
                  <a:srgbClr val="9FB0D3"/>
                </a:solidFill>
                <a:latin typeface="Arial"/>
                <a:ea typeface="Arial"/>
                <a:cs typeface="Arial"/>
              </a:rPr>
              <a:t>Backup slides follow</a:t>
            </a:r>
          </a:p>
        </p:txBody>
      </p:sp>
    </p:spTree>
    <p:extLst>
      <p:ext uri="{BB962C8B-B14F-4D97-AF65-F5344CB8AC3E}">
        <p14:creationId xmlns:p14="http://schemas.microsoft.com/office/powerpoint/2010/main" val="1091480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14</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lang="it-IT"/>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lang="it-IT"/>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lang="it-IT"/>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lang="it-IT"/>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465188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evaluation paths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15</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lang="it-IT"/>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lang="it-IT"/>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lang="it-IT"/>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788629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ECFD6A99-8731-4DCC-8B9C-3FAB62ADD79F}"/>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CFE25CF9-76BA-4D25-BF65-031D10FFFE1E}"/>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a:ext uri="{FF2B5EF4-FFF2-40B4-BE49-F238E27FC236}">
                <a16:creationId xmlns:a16="http://schemas.microsoft.com/office/drawing/2014/main" id="{03D51E79-6B75-4622-885E-0AED5A11113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EE5EC74C-F846-4BB6-8F06-9C6093748B65}"/>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49061C5-1369-434C-85B4-B0C4550B308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16</a:t>
            </a:r>
          </a:p>
        </p:txBody>
      </p:sp>
      <p:graphicFrame>
        <p:nvGraphicFramePr>
          <p:cNvPr id="16" name="Tabella 15"/>
          <p:cNvGraphicFramePr/>
          <p:nvPr/>
        </p:nvGraphicFramePr>
        <p:xfrm>
          <a:off x="685800" y="1485900"/>
          <a:ext cx="10820399" cy="3714750"/>
        </p:xfrm>
        <a:graphic>
          <a:graphicData uri="http://schemas.openxmlformats.org/drawingml/2006/table">
            <a:tbl>
              <a:tblPr/>
              <a:tblGrid>
                <a:gridCol w="3216876">
                  <a:extLst>
                    <a:ext uri="{9D8B030D-6E8A-4147-A177-3AD203B41FA5}">
                      <a16:colId xmlns:a16="http://schemas.microsoft.com/office/drawing/2014/main" val="20000"/>
                    </a:ext>
                  </a:extLst>
                </a:gridCol>
                <a:gridCol w="1462216">
                  <a:extLst>
                    <a:ext uri="{9D8B030D-6E8A-4147-A177-3AD203B41FA5}">
                      <a16:colId xmlns:a16="http://schemas.microsoft.com/office/drawing/2014/main" val="20001"/>
                    </a:ext>
                  </a:extLst>
                </a:gridCol>
                <a:gridCol w="1462216">
                  <a:extLst>
                    <a:ext uri="{9D8B030D-6E8A-4147-A177-3AD203B41FA5}">
                      <a16:colId xmlns:a16="http://schemas.microsoft.com/office/drawing/2014/main" val="20002"/>
                    </a:ext>
                  </a:extLst>
                </a:gridCol>
                <a:gridCol w="1462216">
                  <a:extLst>
                    <a:ext uri="{9D8B030D-6E8A-4147-A177-3AD203B41FA5}">
                      <a16:colId xmlns:a16="http://schemas.microsoft.com/office/drawing/2014/main" val="20003"/>
                    </a:ext>
                  </a:extLst>
                </a:gridCol>
                <a:gridCol w="1462216">
                  <a:extLst>
                    <a:ext uri="{9D8B030D-6E8A-4147-A177-3AD203B41FA5}">
                      <a16:colId xmlns:a16="http://schemas.microsoft.com/office/drawing/2014/main" val="20004"/>
                    </a:ext>
                  </a:extLst>
                </a:gridCol>
                <a:gridCol w="1754659">
                  <a:extLst>
                    <a:ext uri="{9D8B030D-6E8A-4147-A177-3AD203B41FA5}">
                      <a16:colId xmlns:a16="http://schemas.microsoft.com/office/drawing/2014/main" val="20005"/>
                    </a:ext>
                  </a:extLst>
                </a:gridCol>
              </a:tblGrid>
              <a:tr h="514350">
                <a:tc>
                  <a:txBody>
                    <a:bodyPr/>
                    <a:lstStyle/>
                    <a:p>
                      <a:pPr algn="l">
                        <a:buNone/>
                      </a:pPr>
                      <a:r>
                        <a:rPr sz="1425" b="1">
                          <a:solidFill>
                            <a:srgbClr val="FFFFFF"/>
                          </a:solidFill>
                        </a:rPr>
                        <a:t>Configuration</a:t>
                      </a:r>
                    </a:p>
                  </a:txBody>
                  <a:tcPr anchor="ctr">
                    <a:solidFill>
                      <a:srgbClr val="233A70"/>
                    </a:solidFill>
                  </a:tcPr>
                </a:tc>
                <a:tc>
                  <a:txBody>
                    <a:bodyPr/>
                    <a:lstStyle/>
                    <a:p>
                      <a:pPr algn="ctr">
                        <a:buNone/>
                      </a:pPr>
                      <a:r>
                        <a:rPr sz="1425" b="1">
                          <a:solidFill>
                            <a:srgbClr val="FFFFFF"/>
                          </a:solidFill>
                        </a:rPr>
                        <a:t>Accuracy</a:t>
                      </a:r>
                    </a:p>
                  </a:txBody>
                  <a:tcPr anchor="ctr">
                    <a:solidFill>
                      <a:srgbClr val="233A70"/>
                    </a:solidFill>
                  </a:tcPr>
                </a:tc>
                <a:tc>
                  <a:txBody>
                    <a:bodyPr/>
                    <a:lstStyle/>
                    <a:p>
                      <a:pPr algn="ctr">
                        <a:buNone/>
                      </a:pPr>
                      <a:r>
                        <a:rPr sz="1425" b="1">
                          <a:solidFill>
                            <a:srgbClr val="FFFFFF"/>
                          </a:solidFill>
                        </a:rPr>
                        <a:t>Recall</a:t>
                      </a:r>
                    </a:p>
                  </a:txBody>
                  <a:tcPr anchor="ctr">
                    <a:solidFill>
                      <a:srgbClr val="233A70"/>
                    </a:solidFill>
                  </a:tcPr>
                </a:tc>
                <a:tc>
                  <a:txBody>
                    <a:bodyPr/>
                    <a:lstStyle/>
                    <a:p>
                      <a:pPr algn="ctr">
                        <a:buNone/>
                      </a:pPr>
                      <a:r>
                        <a:rPr sz="1425" b="1">
                          <a:solidFill>
                            <a:srgbClr val="FFFFFF"/>
                          </a:solidFill>
                        </a:rPr>
                        <a:t>FNR</a:t>
                      </a:r>
                    </a:p>
                  </a:txBody>
                  <a:tcPr anchor="ctr">
                    <a:solidFill>
                      <a:srgbClr val="233A70"/>
                    </a:solidFill>
                  </a:tcPr>
                </a:tc>
                <a:tc>
                  <a:txBody>
                    <a:bodyPr/>
                    <a:lstStyle/>
                    <a:p>
                      <a:pPr algn="ctr">
                        <a:buNone/>
                      </a:pPr>
                      <a:r>
                        <a:rPr sz="1425" b="1">
                          <a:solidFill>
                            <a:srgbClr val="FFFFFF"/>
                          </a:solidFill>
                        </a:rPr>
                        <a:t>FPR</a:t>
                      </a:r>
                    </a:p>
                  </a:txBody>
                  <a:tcPr anchor="ctr">
                    <a:solidFill>
                      <a:srgbClr val="233A70"/>
                    </a:solidFill>
                  </a:tcPr>
                </a:tc>
                <a:tc>
                  <a:txBody>
                    <a:bodyPr/>
                    <a:lstStyle/>
                    <a:p>
                      <a:pPr algn="ctr">
                        <a:buNone/>
                      </a:pPr>
                      <a:r>
                        <a:rPr sz="1425" b="1">
                          <a:solidFill>
                            <a:srgbClr val="FFFFFF"/>
                          </a:solidFill>
                        </a:rPr>
                        <a:t>OOD W-rate</a:t>
                      </a:r>
                    </a:p>
                  </a:txBody>
                  <a:tcPr anchor="ctr">
                    <a:solidFill>
                      <a:srgbClr val="233A70"/>
                    </a:solidFill>
                  </a:tcPr>
                </a:tc>
                <a:extLst>
                  <a:ext uri="{0D108BD9-81ED-4DB2-BD59-A6C34878D82A}">
                    <a16:rowId xmlns:a16="http://schemas.microsoft.com/office/drawing/2014/main" val="10000"/>
                  </a:ext>
                </a:extLst>
              </a:tr>
              <a:tr h="533400">
                <a:tc>
                  <a:txBody>
                    <a:bodyPr/>
                    <a:lstStyle/>
                    <a:p>
                      <a:pPr algn="l">
                        <a:buNone/>
                      </a:pPr>
                      <a:r>
                        <a:rPr sz="1425" b="1">
                          <a:solidFill>
                            <a:srgbClr val="172033"/>
                          </a:solidFill>
                        </a:rPr>
                        <a:t>Magnet.AI</a:t>
                      </a:r>
                    </a:p>
                  </a:txBody>
                  <a:tcPr anchor="ctr">
                    <a:solidFill>
                      <a:srgbClr val="FFFFFF"/>
                    </a:solidFill>
                  </a:tcPr>
                </a:tc>
                <a:tc>
                  <a:txBody>
                    <a:bodyPr/>
                    <a:lstStyle/>
                    <a:p>
                      <a:pPr algn="ctr">
                        <a:buNone/>
                      </a:pPr>
                      <a:r>
                        <a:rPr sz="1425" b="0">
                          <a:solidFill>
                            <a:srgbClr val="172033"/>
                          </a:solidFill>
                        </a:rPr>
                        <a:t>95.0%</a:t>
                      </a:r>
                    </a:p>
                  </a:txBody>
                  <a:tcPr anchor="ctr">
                    <a:solidFill>
                      <a:srgbClr val="FFFFFF"/>
                    </a:solidFill>
                  </a:tcPr>
                </a:tc>
                <a:tc>
                  <a:txBody>
                    <a:bodyPr/>
                    <a:lstStyle/>
                    <a:p>
                      <a:pPr algn="ctr">
                        <a:buNone/>
                      </a:pPr>
                      <a:r>
                        <a:rPr sz="1425" b="0">
                          <a:solidFill>
                            <a:srgbClr val="172033"/>
                          </a:solidFill>
                        </a:rPr>
                        <a:t>93.0%</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3.0%</a:t>
                      </a:r>
                    </a:p>
                  </a:txBody>
                  <a:tcPr anchor="ctr">
                    <a:solidFill>
                      <a:srgbClr val="FFFFFF"/>
                    </a:solidFill>
                  </a:tcPr>
                </a:tc>
                <a:tc>
                  <a:txBody>
                    <a:bodyPr/>
                    <a:lstStyle/>
                    <a:p>
                      <a:pPr algn="ctr">
                        <a:buNone/>
                      </a:pPr>
                      <a:r>
                        <a:rPr sz="1425" b="0">
                          <a:solidFill>
                            <a:srgbClr val="172033"/>
                          </a:solidFill>
                        </a:rPr>
                        <a:t>36.0%</a:t>
                      </a: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1425" b="1">
                          <a:solidFill>
                            <a:srgbClr val="172033"/>
                          </a:solidFill>
                        </a:rPr>
                        <a:t>Excire D20</a:t>
                      </a:r>
                    </a:p>
                  </a:txBody>
                  <a:tcPr anchor="ctr">
                    <a:solidFill>
                      <a:srgbClr val="E9EEF8"/>
                    </a:solidFill>
                  </a:tcPr>
                </a:tc>
                <a:tc>
                  <a:txBody>
                    <a:bodyPr/>
                    <a:lstStyle/>
                    <a:p>
                      <a:pPr algn="ctr">
                        <a:buNone/>
                      </a:pPr>
                      <a:r>
                        <a:rPr sz="1425" b="0">
                          <a:solidFill>
                            <a:srgbClr val="172033"/>
                          </a:solidFill>
                        </a:rPr>
                        <a:t>92.7%</a:t>
                      </a:r>
                    </a:p>
                  </a:txBody>
                  <a:tcPr anchor="ctr">
                    <a:solidFill>
                      <a:srgbClr val="E9EEF8"/>
                    </a:solidFill>
                  </a:tcPr>
                </a:tc>
                <a:tc>
                  <a:txBody>
                    <a:bodyPr/>
                    <a:lstStyle/>
                    <a:p>
                      <a:pPr algn="ctr">
                        <a:buNone/>
                      </a:pPr>
                      <a:r>
                        <a:rPr sz="1425" b="0">
                          <a:solidFill>
                            <a:srgbClr val="172033"/>
                          </a:solidFill>
                        </a:rPr>
                        <a:t>88.0%</a:t>
                      </a:r>
                    </a:p>
                  </a:txBody>
                  <a:tcPr anchor="ctr">
                    <a:solidFill>
                      <a:srgbClr val="E9EEF8"/>
                    </a:solidFill>
                  </a:tcPr>
                </a:tc>
                <a:tc>
                  <a:txBody>
                    <a:bodyPr/>
                    <a:lstStyle/>
                    <a:p>
                      <a:pPr algn="ctr">
                        <a:buNone/>
                      </a:pPr>
                      <a:r>
                        <a:rPr sz="1425" b="0">
                          <a:solidFill>
                            <a:srgbClr val="172033"/>
                          </a:solidFill>
                        </a:rPr>
                        <a:t>12.0%</a:t>
                      </a:r>
                    </a:p>
                  </a:txBody>
                  <a:tcPr anchor="ctr">
                    <a:solidFill>
                      <a:srgbClr val="E9EEF8"/>
                    </a:solidFill>
                  </a:tcPr>
                </a:tc>
                <a:tc>
                  <a:txBody>
                    <a:bodyPr/>
                    <a:lstStyle/>
                    <a:p>
                      <a:pPr algn="ctr">
                        <a:buNone/>
                      </a:pPr>
                      <a:r>
                        <a:rPr sz="1425" b="0">
                          <a:solidFill>
                            <a:srgbClr val="172033"/>
                          </a:solidFill>
                        </a:rPr>
                        <a:t>2.6%</a:t>
                      </a:r>
                    </a:p>
                  </a:txBody>
                  <a:tcPr anchor="ctr">
                    <a:solidFill>
                      <a:srgbClr val="E9EEF8"/>
                    </a:solidFill>
                  </a:tcPr>
                </a:tc>
                <a:tc>
                  <a:txBody>
                    <a:bodyPr/>
                    <a:lstStyle/>
                    <a:p>
                      <a:pPr algn="ctr">
                        <a:buNone/>
                      </a:pPr>
                      <a:r>
                        <a:rPr sz="1425" b="0">
                          <a:solidFill>
                            <a:srgbClr val="172033"/>
                          </a:solidFill>
                        </a:rPr>
                        <a:t>23.8%</a:t>
                      </a:r>
                    </a:p>
                  </a:txBody>
                  <a:tcPr anchor="ctr">
                    <a:solidFill>
                      <a:srgbClr val="E9EEF8"/>
                    </a:solidFill>
                  </a:tcPr>
                </a:tc>
                <a:extLst>
                  <a:ext uri="{0D108BD9-81ED-4DB2-BD59-A6C34878D82A}">
                    <a16:rowId xmlns:a16="http://schemas.microsoft.com/office/drawing/2014/main" val="10002"/>
                  </a:ext>
                </a:extLst>
              </a:tr>
              <a:tr h="533400">
                <a:tc>
                  <a:txBody>
                    <a:bodyPr/>
                    <a:lstStyle/>
                    <a:p>
                      <a:pPr algn="l">
                        <a:buNone/>
                      </a:pPr>
                      <a:r>
                        <a:rPr sz="1425" b="1">
                          <a:solidFill>
                            <a:srgbClr val="172033"/>
                          </a:solidFill>
                        </a:rPr>
                        <a:t>Excire D50</a:t>
                      </a:r>
                    </a:p>
                  </a:txBody>
                  <a:tcPr anchor="ctr">
                    <a:solidFill>
                      <a:srgbClr val="FFFFFF"/>
                    </a:solidFill>
                  </a:tcPr>
                </a:tc>
                <a:tc>
                  <a:txBody>
                    <a:bodyPr/>
                    <a:lstStyle/>
                    <a:p>
                      <a:pPr algn="ctr">
                        <a:buNone/>
                      </a:pPr>
                      <a:r>
                        <a:rPr sz="1425" b="0">
                          <a:solidFill>
                            <a:srgbClr val="172033"/>
                          </a:solidFill>
                        </a:rPr>
                        <a:t>94.4%</a:t>
                      </a:r>
                    </a:p>
                  </a:txBody>
                  <a:tcPr anchor="ctr">
                    <a:solidFill>
                      <a:srgbClr val="FFFFFF"/>
                    </a:solidFill>
                  </a:tcPr>
                </a:tc>
                <a:tc>
                  <a:txBody>
                    <a:bodyPr/>
                    <a:lstStyle/>
                    <a:p>
                      <a:pPr algn="ctr">
                        <a:buNone/>
                      </a:pPr>
                      <a:r>
                        <a:rPr sz="1425" b="0">
                          <a:solidFill>
                            <a:srgbClr val="172033"/>
                          </a:solidFill>
                        </a:rPr>
                        <a:t>95.8%</a:t>
                      </a:r>
                    </a:p>
                  </a:txBody>
                  <a:tcPr anchor="ctr">
                    <a:solidFill>
                      <a:srgbClr val="FFFFFF"/>
                    </a:solidFill>
                  </a:tcPr>
                </a:tc>
                <a:tc>
                  <a:txBody>
                    <a:bodyPr/>
                    <a:lstStyle/>
                    <a:p>
                      <a:pPr algn="ctr">
                        <a:buNone/>
                      </a:pPr>
                      <a:r>
                        <a:rPr sz="1425" b="0">
                          <a:solidFill>
                            <a:srgbClr val="172033"/>
                          </a:solidFill>
                        </a:rPr>
                        <a:t>4.2%</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34.0%</a:t>
                      </a: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1425" b="1">
                          <a:solidFill>
                            <a:srgbClr val="172033"/>
                          </a:solidFill>
                        </a:rPr>
                        <a:t>Excire D80</a:t>
                      </a:r>
                    </a:p>
                  </a:txBody>
                  <a:tcPr anchor="ctr">
                    <a:solidFill>
                      <a:srgbClr val="E9EEF8"/>
                    </a:solidFill>
                  </a:tcPr>
                </a:tc>
                <a:tc>
                  <a:txBody>
                    <a:bodyPr/>
                    <a:lstStyle/>
                    <a:p>
                      <a:pPr algn="ctr">
                        <a:buNone/>
                      </a:pPr>
                      <a:r>
                        <a:rPr sz="1425" b="0">
                          <a:solidFill>
                            <a:srgbClr val="172033"/>
                          </a:solidFill>
                        </a:rPr>
                        <a:t>91.5%</a:t>
                      </a:r>
                    </a:p>
                  </a:txBody>
                  <a:tcPr anchor="ctr">
                    <a:solidFill>
                      <a:srgbClr val="E9EEF8"/>
                    </a:solidFill>
                  </a:tcPr>
                </a:tc>
                <a:tc>
                  <a:txBody>
                    <a:bodyPr/>
                    <a:lstStyle/>
                    <a:p>
                      <a:pPr algn="ctr">
                        <a:buNone/>
                      </a:pPr>
                      <a:r>
                        <a:rPr sz="1425" b="0">
                          <a:solidFill>
                            <a:srgbClr val="172033"/>
                          </a:solidFill>
                        </a:rPr>
                        <a:t>98.6%</a:t>
                      </a:r>
                    </a:p>
                  </a:txBody>
                  <a:tcPr anchor="ctr">
                    <a:solidFill>
                      <a:srgbClr val="E9EEF8"/>
                    </a:solidFill>
                  </a:tcPr>
                </a:tc>
                <a:tc>
                  <a:txBody>
                    <a:bodyPr/>
                    <a:lstStyle/>
                    <a:p>
                      <a:pPr algn="ctr">
                        <a:buNone/>
                      </a:pPr>
                      <a:r>
                        <a:rPr sz="1425" b="0">
                          <a:solidFill>
                            <a:srgbClr val="172033"/>
                          </a:solidFill>
                        </a:rPr>
                        <a:t>1.4%</a:t>
                      </a:r>
                    </a:p>
                  </a:txBody>
                  <a:tcPr anchor="ctr">
                    <a:solidFill>
                      <a:srgbClr val="E9EEF8"/>
                    </a:solidFill>
                  </a:tcPr>
                </a:tc>
                <a:tc>
                  <a:txBody>
                    <a:bodyPr/>
                    <a:lstStyle/>
                    <a:p>
                      <a:pPr algn="ctr">
                        <a:buNone/>
                      </a:pPr>
                      <a:r>
                        <a:rPr sz="1425" b="0">
                          <a:solidFill>
                            <a:srgbClr val="172033"/>
                          </a:solidFill>
                        </a:rPr>
                        <a:t>15.6%</a:t>
                      </a:r>
                    </a:p>
                  </a:txBody>
                  <a:tcPr anchor="ctr">
                    <a:solidFill>
                      <a:srgbClr val="E9EEF8"/>
                    </a:solidFill>
                  </a:tcPr>
                </a:tc>
                <a:tc>
                  <a:txBody>
                    <a:bodyPr/>
                    <a:lstStyle/>
                    <a:p>
                      <a:pPr algn="ctr">
                        <a:buNone/>
                      </a:pPr>
                      <a:r>
                        <a:rPr sz="1425" b="0">
                          <a:solidFill>
                            <a:srgbClr val="172033"/>
                          </a:solidFill>
                        </a:rPr>
                        <a:t>52.2%</a:t>
                      </a:r>
                    </a:p>
                  </a:txBody>
                  <a:tcPr anchor="ctr">
                    <a:solidFill>
                      <a:srgbClr val="E9EEF8"/>
                    </a:solidFill>
                  </a:tcPr>
                </a:tc>
                <a:extLst>
                  <a:ext uri="{0D108BD9-81ED-4DB2-BD59-A6C34878D82A}">
                    <a16:rowId xmlns:a16="http://schemas.microsoft.com/office/drawing/2014/main" val="10004"/>
                  </a:ext>
                </a:extLst>
              </a:tr>
              <a:tr h="533400">
                <a:tc>
                  <a:txBody>
                    <a:bodyPr/>
                    <a:lstStyle/>
                    <a:p>
                      <a:pPr algn="l">
                        <a:buNone/>
                      </a:pPr>
                      <a:r>
                        <a:rPr sz="1425" b="1">
                          <a:solidFill>
                            <a:srgbClr val="172033"/>
                          </a:solidFill>
                        </a:rPr>
                        <a:t>Cellebrite Inseyets</a:t>
                      </a:r>
                    </a:p>
                  </a:txBody>
                  <a:tcPr anchor="ctr">
                    <a:solidFill>
                      <a:srgbClr val="FFFFFF"/>
                    </a:solidFill>
                  </a:tcPr>
                </a:tc>
                <a:tc>
                  <a:txBody>
                    <a:bodyPr/>
                    <a:lstStyle/>
                    <a:p>
                      <a:pPr algn="ctr">
                        <a:buNone/>
                      </a:pPr>
                      <a:r>
                        <a:rPr sz="1425" b="0">
                          <a:solidFill>
                            <a:srgbClr val="172033"/>
                          </a:solidFill>
                        </a:rPr>
                        <a:t>96.4%</a:t>
                      </a:r>
                    </a:p>
                  </a:txBody>
                  <a:tcPr anchor="ctr">
                    <a:solidFill>
                      <a:srgbClr val="FFFFFF"/>
                    </a:solidFill>
                  </a:tcPr>
                </a:tc>
                <a:tc>
                  <a:txBody>
                    <a:bodyPr/>
                    <a:lstStyle/>
                    <a:p>
                      <a:pPr algn="ctr">
                        <a:buNone/>
                      </a:pPr>
                      <a:r>
                        <a:rPr sz="1425" b="0">
                          <a:solidFill>
                            <a:srgbClr val="172033"/>
                          </a:solidFill>
                        </a:rPr>
                        <a:t>96.8%</a:t>
                      </a:r>
                    </a:p>
                  </a:txBody>
                  <a:tcPr anchor="ctr">
                    <a:solidFill>
                      <a:srgbClr val="FFFFFF"/>
                    </a:solidFill>
                  </a:tcPr>
                </a:tc>
                <a:tc>
                  <a:txBody>
                    <a:bodyPr/>
                    <a:lstStyle/>
                    <a:p>
                      <a:pPr algn="ctr">
                        <a:buNone/>
                      </a:pPr>
                      <a:r>
                        <a:rPr sz="1425" b="0">
                          <a:solidFill>
                            <a:srgbClr val="172033"/>
                          </a:solidFill>
                        </a:rPr>
                        <a:t>3.2%</a:t>
                      </a:r>
                    </a:p>
                  </a:txBody>
                  <a:tcPr anchor="ctr">
                    <a:solidFill>
                      <a:srgbClr val="FFFFFF"/>
                    </a:solidFill>
                  </a:tcPr>
                </a:tc>
                <a:tc>
                  <a:txBody>
                    <a:bodyPr/>
                    <a:lstStyle/>
                    <a:p>
                      <a:pPr algn="ctr">
                        <a:buNone/>
                      </a:pPr>
                      <a:r>
                        <a:rPr sz="1425" b="0">
                          <a:solidFill>
                            <a:srgbClr val="172033"/>
                          </a:solidFill>
                        </a:rPr>
                        <a:t>4.0%</a:t>
                      </a:r>
                    </a:p>
                  </a:txBody>
                  <a:tcPr anchor="ctr">
                    <a:solidFill>
                      <a:srgbClr val="FFFFFF"/>
                    </a:solidFill>
                  </a:tcPr>
                </a:tc>
                <a:tc>
                  <a:txBody>
                    <a:bodyPr/>
                    <a:lstStyle/>
                    <a:p>
                      <a:pPr algn="ctr">
                        <a:buNone/>
                      </a:pPr>
                      <a:r>
                        <a:rPr sz="1425" b="0">
                          <a:solidFill>
                            <a:srgbClr val="172033"/>
                          </a:solidFill>
                        </a:rPr>
                        <a:t>29.2%</a:t>
                      </a:r>
                    </a:p>
                  </a:txBody>
                  <a:tcPr anchor="ctr">
                    <a:solidFill>
                      <a:srgbClr val="FFFFFF"/>
                    </a:solidFill>
                  </a:tcPr>
                </a:tc>
                <a:extLst>
                  <a:ext uri="{0D108BD9-81ED-4DB2-BD59-A6C34878D82A}">
                    <a16:rowId xmlns:a16="http://schemas.microsoft.com/office/drawing/2014/main" val="10005"/>
                  </a:ext>
                </a:extLst>
              </a:tr>
              <a:tr h="533400">
                <a:tc>
                  <a:txBody>
                    <a:bodyPr/>
                    <a:lstStyle/>
                    <a:p>
                      <a:pPr algn="l">
                        <a:buNone/>
                      </a:pPr>
                      <a:r>
                        <a:rPr sz="1425" b="1">
                          <a:solidFill>
                            <a:srgbClr val="172033"/>
                          </a:solidFill>
                        </a:rPr>
                        <a:t>Griffeye / T3K</a:t>
                      </a:r>
                    </a:p>
                  </a:txBody>
                  <a:tcPr anchor="ctr">
                    <a:solidFill>
                      <a:srgbClr val="E9EEF8"/>
                    </a:solidFill>
                  </a:tcPr>
                </a:tc>
                <a:tc>
                  <a:txBody>
                    <a:bodyPr/>
                    <a:lstStyle/>
                    <a:p>
                      <a:pPr algn="ctr">
                        <a:buNone/>
                      </a:pPr>
                      <a:r>
                        <a:rPr sz="1425" b="0">
                          <a:solidFill>
                            <a:srgbClr val="172033"/>
                          </a:solidFill>
                        </a:rPr>
                        <a:t>97.8%</a:t>
                      </a:r>
                    </a:p>
                  </a:txBody>
                  <a:tcPr anchor="ctr">
                    <a:solidFill>
                      <a:srgbClr val="E9EEF8"/>
                    </a:solidFill>
                  </a:tcPr>
                </a:tc>
                <a:tc>
                  <a:txBody>
                    <a:bodyPr/>
                    <a:lstStyle/>
                    <a:p>
                      <a:pPr algn="ctr">
                        <a:buNone/>
                      </a:pPr>
                      <a:r>
                        <a:rPr sz="1425" b="0">
                          <a:solidFill>
                            <a:srgbClr val="172033"/>
                          </a:solidFill>
                        </a:rPr>
                        <a:t>96.4%</a:t>
                      </a:r>
                    </a:p>
                  </a:txBody>
                  <a:tcPr anchor="ctr">
                    <a:solidFill>
                      <a:srgbClr val="E9EEF8"/>
                    </a:solidFill>
                  </a:tcPr>
                </a:tc>
                <a:tc>
                  <a:txBody>
                    <a:bodyPr/>
                    <a:lstStyle/>
                    <a:p>
                      <a:pPr algn="ctr">
                        <a:buNone/>
                      </a:pPr>
                      <a:r>
                        <a:rPr sz="1425" b="0">
                          <a:solidFill>
                            <a:srgbClr val="172033"/>
                          </a:solidFill>
                        </a:rPr>
                        <a:t>3.6%</a:t>
                      </a:r>
                    </a:p>
                  </a:txBody>
                  <a:tcPr anchor="ctr">
                    <a:solidFill>
                      <a:srgbClr val="E9EEF8"/>
                    </a:solidFill>
                  </a:tcPr>
                </a:tc>
                <a:tc>
                  <a:txBody>
                    <a:bodyPr/>
                    <a:lstStyle/>
                    <a:p>
                      <a:pPr algn="ctr">
                        <a:buNone/>
                      </a:pPr>
                      <a:r>
                        <a:rPr sz="1425" b="0">
                          <a:solidFill>
                            <a:srgbClr val="172033"/>
                          </a:solidFill>
                        </a:rPr>
                        <a:t>0.8%</a:t>
                      </a:r>
                    </a:p>
                  </a:txBody>
                  <a:tcPr anchor="ctr">
                    <a:solidFill>
                      <a:srgbClr val="E9EEF8"/>
                    </a:solidFill>
                  </a:tcPr>
                </a:tc>
                <a:tc>
                  <a:txBody>
                    <a:bodyPr/>
                    <a:lstStyle/>
                    <a:p>
                      <a:pPr algn="ctr">
                        <a:buNone/>
                      </a:pPr>
                      <a:r>
                        <a:rPr sz="1425" b="0">
                          <a:solidFill>
                            <a:srgbClr val="172033"/>
                          </a:solidFill>
                        </a:rPr>
                        <a:t>26.0%</a:t>
                      </a:r>
                    </a:p>
                  </a:txBody>
                  <a:tcPr anchor="ctr">
                    <a:solidFill>
                      <a:srgbClr val="E9EEF8"/>
                    </a:solidFill>
                  </a:tcPr>
                </a:tc>
                <a:extLst>
                  <a:ext uri="{0D108BD9-81ED-4DB2-BD59-A6C34878D82A}">
                    <a16:rowId xmlns:a16="http://schemas.microsoft.com/office/drawing/2014/main" val="10006"/>
                  </a:ext>
                </a:extLst>
              </a:tr>
            </a:tbl>
          </a:graphicData>
        </a:graphic>
      </p:graphicFrame>
      <p:sp>
        <p:nvSpPr>
          <p:cNvPr id="7" name="Rettangolo con angoli arrotondati 6">
            <a:extLst>
              <a:ext uri="{FF2B5EF4-FFF2-40B4-BE49-F238E27FC236}">
                <a16:creationId xmlns:a16="http://schemas.microsoft.com/office/drawing/2014/main" id="{D32727B6-06C1-49D9-947E-5CF838C2A296}"/>
              </a:ext>
            </a:extLst>
          </p:cNvPr>
          <p:cNvSpPr>
            <a:spLocks noGrp="1"/>
          </p:cNvSpPr>
          <p:nvPr/>
        </p:nvSpPr>
        <p:spPr>
          <a:xfrm>
            <a:off x="1123950" y="5505450"/>
            <a:ext cx="9944100" cy="609600"/>
          </a:xfrm>
          <a:prstGeom prst="roundRect">
            <a:avLst>
              <a:gd name="adj" fmla="val 21875"/>
            </a:avLst>
          </a:prstGeom>
          <a:solidFill>
            <a:srgbClr val="FFF4CD"/>
          </a:solidFill>
          <a:ln w="0">
            <a:noFill/>
            <a:prstDash val="solid"/>
          </a:ln>
        </p:spPr>
        <p:txBody>
          <a:bodyPr/>
          <a:lstStyle/>
          <a:p>
            <a:endParaRPr lang="it-IT"/>
          </a:p>
        </p:txBody>
      </p:sp>
      <p:sp>
        <p:nvSpPr>
          <p:cNvPr id="8" name="Rettangolo 7">
            <a:extLst>
              <a:ext uri="{FF2B5EF4-FFF2-40B4-BE49-F238E27FC236}">
                <a16:creationId xmlns:a16="http://schemas.microsoft.com/office/drawing/2014/main" id="{075FA7FD-80D1-4D89-BDEE-5525A60E4810}"/>
              </a:ext>
            </a:extLst>
          </p:cNvPr>
          <p:cNvSpPr>
            <a:spLocks noGrp="1"/>
          </p:cNvSpPr>
          <p:nvPr/>
        </p:nvSpPr>
        <p:spPr>
          <a:xfrm>
            <a:off x="1428750" y="5676900"/>
            <a:ext cx="933450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2103592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132C68E0-F7BB-4D84-B514-2E0F71B3B1B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7D20E475-2A5D-459D-8AAB-9F303C543F6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a:ext uri="{FF2B5EF4-FFF2-40B4-BE49-F238E27FC236}">
                <a16:creationId xmlns:a16="http://schemas.microsoft.com/office/drawing/2014/main" id="{5B5396AA-6D1B-4946-9C6D-8D0F818A01C1}"/>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AA3F1E25-2383-4EC9-B6D0-9445F682B414}"/>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9F56C24-1E99-42B1-9770-88B2B95F402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17</a:t>
            </a:r>
          </a:p>
        </p:txBody>
      </p:sp>
      <p:sp>
        <p:nvSpPr>
          <p:cNvPr id="6" name="Rettangolo 5">
            <a:extLst>
              <a:ext uri="{FF2B5EF4-FFF2-40B4-BE49-F238E27FC236}">
                <a16:creationId xmlns:a16="http://schemas.microsoft.com/office/drawing/2014/main" id="{7C39DB82-1F28-4EF9-B5A0-94D0168F6F0D}"/>
              </a:ext>
            </a:extLst>
          </p:cNvPr>
          <p:cNvSpPr>
            <a:spLocks noGrp="1"/>
          </p:cNvSpPr>
          <p:nvPr/>
        </p:nvSpPr>
        <p:spPr>
          <a:xfrm>
            <a:off x="1657350" y="2609850"/>
            <a:ext cx="8877300" cy="66675"/>
          </a:xfrm>
          <a:prstGeom prst="rect">
            <a:avLst/>
          </a:prstGeom>
          <a:solidFill>
            <a:srgbClr val="D9DEE8"/>
          </a:solidFill>
          <a:ln w="0">
            <a:noFill/>
            <a:prstDash val="solid"/>
          </a:ln>
        </p:spPr>
        <p:txBody>
          <a:bodyPr/>
          <a:lstStyle/>
          <a:p>
            <a:endParaRPr lang="it-IT"/>
          </a:p>
        </p:txBody>
      </p:sp>
      <p:sp>
        <p:nvSpPr>
          <p:cNvPr id="7" name="Rettangolo con angoli arrotondati 6">
            <a:extLst>
              <a:ext uri="{FF2B5EF4-FFF2-40B4-BE49-F238E27FC236}">
                <a16:creationId xmlns:a16="http://schemas.microsoft.com/office/drawing/2014/main" id="{DD3F15EF-FC7C-4F92-836B-00742035B3B5}"/>
              </a:ext>
            </a:extLst>
          </p:cNvPr>
          <p:cNvSpPr>
            <a:spLocks noGrp="1"/>
          </p:cNvSpPr>
          <p:nvPr/>
        </p:nvSpPr>
        <p:spPr>
          <a:xfrm>
            <a:off x="685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8" name="Rettangolo 7">
            <a:extLst>
              <a:ext uri="{FF2B5EF4-FFF2-40B4-BE49-F238E27FC236}">
                <a16:creationId xmlns:a16="http://schemas.microsoft.com/office/drawing/2014/main" id="{31A8BB3B-F18E-4303-80A6-E7E762AD1EB3}"/>
              </a:ext>
            </a:extLst>
          </p:cNvPr>
          <p:cNvSpPr>
            <a:spLocks noGrp="1"/>
          </p:cNvSpPr>
          <p:nvPr/>
        </p:nvSpPr>
        <p:spPr>
          <a:xfrm>
            <a:off x="800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a:ext uri="{FF2B5EF4-FFF2-40B4-BE49-F238E27FC236}">
                <a16:creationId xmlns:a16="http://schemas.microsoft.com/office/drawing/2014/main" id="{9DD03EAC-F71C-40B3-80E5-2DA59F31F6F8}"/>
              </a:ext>
            </a:extLst>
          </p:cNvPr>
          <p:cNvSpPr>
            <a:spLocks noGrp="1"/>
          </p:cNvSpPr>
          <p:nvPr/>
        </p:nvSpPr>
        <p:spPr>
          <a:xfrm>
            <a:off x="800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a:ext uri="{FF2B5EF4-FFF2-40B4-BE49-F238E27FC236}">
                <a16:creationId xmlns:a16="http://schemas.microsoft.com/office/drawing/2014/main" id="{2B26A88D-1776-4876-8181-037F2371B042}"/>
              </a:ext>
            </a:extLst>
          </p:cNvPr>
          <p:cNvSpPr>
            <a:spLocks noGrp="1"/>
          </p:cNvSpPr>
          <p:nvPr/>
        </p:nvSpPr>
        <p:spPr>
          <a:xfrm>
            <a:off x="287655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11" name="Rettangolo 10">
            <a:extLst>
              <a:ext uri="{FF2B5EF4-FFF2-40B4-BE49-F238E27FC236}">
                <a16:creationId xmlns:a16="http://schemas.microsoft.com/office/drawing/2014/main" id="{9D87A7A1-41E2-4A42-8309-D39020B20FA2}"/>
              </a:ext>
            </a:extLst>
          </p:cNvPr>
          <p:cNvSpPr>
            <a:spLocks noGrp="1"/>
          </p:cNvSpPr>
          <p:nvPr/>
        </p:nvSpPr>
        <p:spPr>
          <a:xfrm>
            <a:off x="29908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a:ext uri="{FF2B5EF4-FFF2-40B4-BE49-F238E27FC236}">
                <a16:creationId xmlns:a16="http://schemas.microsoft.com/office/drawing/2014/main" id="{7C0978C2-178E-484C-97FD-18E4D03A80D0}"/>
              </a:ext>
            </a:extLst>
          </p:cNvPr>
          <p:cNvSpPr>
            <a:spLocks noGrp="1"/>
          </p:cNvSpPr>
          <p:nvPr/>
        </p:nvSpPr>
        <p:spPr>
          <a:xfrm>
            <a:off x="29908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a:ext uri="{FF2B5EF4-FFF2-40B4-BE49-F238E27FC236}">
                <a16:creationId xmlns:a16="http://schemas.microsoft.com/office/drawing/2014/main" id="{13E5A335-8E9A-4904-877C-CEBA763E0F88}"/>
              </a:ext>
            </a:extLst>
          </p:cNvPr>
          <p:cNvSpPr>
            <a:spLocks noGrp="1"/>
          </p:cNvSpPr>
          <p:nvPr/>
        </p:nvSpPr>
        <p:spPr>
          <a:xfrm>
            <a:off x="5067300" y="1885950"/>
            <a:ext cx="1714500" cy="1428750"/>
          </a:xfrm>
          <a:prstGeom prst="roundRect">
            <a:avLst>
              <a:gd name="adj" fmla="val 10667"/>
            </a:avLst>
          </a:prstGeom>
          <a:solidFill>
            <a:srgbClr val="E7F8F0"/>
          </a:solidFill>
          <a:ln w="9525">
            <a:solidFill>
              <a:srgbClr val="E7F8F0"/>
            </a:solidFill>
            <a:prstDash val="solid"/>
          </a:ln>
        </p:spPr>
        <p:txBody>
          <a:bodyPr/>
          <a:lstStyle/>
          <a:p>
            <a:endParaRPr lang="it-IT"/>
          </a:p>
        </p:txBody>
      </p:sp>
      <p:sp>
        <p:nvSpPr>
          <p:cNvPr id="14" name="Rettangolo 13">
            <a:extLst>
              <a:ext uri="{FF2B5EF4-FFF2-40B4-BE49-F238E27FC236}">
                <a16:creationId xmlns:a16="http://schemas.microsoft.com/office/drawing/2014/main" id="{6933333C-7762-40B6-A335-488B04D01FE9}"/>
              </a:ext>
            </a:extLst>
          </p:cNvPr>
          <p:cNvSpPr>
            <a:spLocks noGrp="1"/>
          </p:cNvSpPr>
          <p:nvPr/>
        </p:nvSpPr>
        <p:spPr>
          <a:xfrm>
            <a:off x="51816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a:ext uri="{FF2B5EF4-FFF2-40B4-BE49-F238E27FC236}">
                <a16:creationId xmlns:a16="http://schemas.microsoft.com/office/drawing/2014/main" id="{D6C7E621-5366-4ADA-9F42-14FFFBD21670}"/>
              </a:ext>
            </a:extLst>
          </p:cNvPr>
          <p:cNvSpPr>
            <a:spLocks noGrp="1"/>
          </p:cNvSpPr>
          <p:nvPr/>
        </p:nvSpPr>
        <p:spPr>
          <a:xfrm>
            <a:off x="51816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a:ext uri="{FF2B5EF4-FFF2-40B4-BE49-F238E27FC236}">
                <a16:creationId xmlns:a16="http://schemas.microsoft.com/office/drawing/2014/main" id="{00315F4D-4D0F-46DA-8343-DC26FB1BF534}"/>
              </a:ext>
            </a:extLst>
          </p:cNvPr>
          <p:cNvSpPr>
            <a:spLocks noGrp="1"/>
          </p:cNvSpPr>
          <p:nvPr/>
        </p:nvSpPr>
        <p:spPr>
          <a:xfrm>
            <a:off x="725805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17" name="Rettangolo 16">
            <a:extLst>
              <a:ext uri="{FF2B5EF4-FFF2-40B4-BE49-F238E27FC236}">
                <a16:creationId xmlns:a16="http://schemas.microsoft.com/office/drawing/2014/main" id="{0EF42E65-D8F5-4F54-9D14-D8F427D0CFD4}"/>
              </a:ext>
            </a:extLst>
          </p:cNvPr>
          <p:cNvSpPr>
            <a:spLocks noGrp="1"/>
          </p:cNvSpPr>
          <p:nvPr/>
        </p:nvSpPr>
        <p:spPr>
          <a:xfrm>
            <a:off x="73723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a:ext uri="{FF2B5EF4-FFF2-40B4-BE49-F238E27FC236}">
                <a16:creationId xmlns:a16="http://schemas.microsoft.com/office/drawing/2014/main" id="{8C403EC8-1210-44A7-826A-A435B28EDA3E}"/>
              </a:ext>
            </a:extLst>
          </p:cNvPr>
          <p:cNvSpPr>
            <a:spLocks noGrp="1"/>
          </p:cNvSpPr>
          <p:nvPr/>
        </p:nvSpPr>
        <p:spPr>
          <a:xfrm>
            <a:off x="73723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a:ext uri="{FF2B5EF4-FFF2-40B4-BE49-F238E27FC236}">
                <a16:creationId xmlns:a16="http://schemas.microsoft.com/office/drawing/2014/main" id="{44A407A9-0C70-42CE-96D8-4F4090679635}"/>
              </a:ext>
            </a:extLst>
          </p:cNvPr>
          <p:cNvSpPr>
            <a:spLocks noGrp="1"/>
          </p:cNvSpPr>
          <p:nvPr/>
        </p:nvSpPr>
        <p:spPr>
          <a:xfrm>
            <a:off x="9448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20" name="Rettangolo 19">
            <a:extLst>
              <a:ext uri="{FF2B5EF4-FFF2-40B4-BE49-F238E27FC236}">
                <a16:creationId xmlns:a16="http://schemas.microsoft.com/office/drawing/2014/main" id="{F11B0350-76FB-4DB6-9B42-178EBF016A42}"/>
              </a:ext>
            </a:extLst>
          </p:cNvPr>
          <p:cNvSpPr>
            <a:spLocks noGrp="1"/>
          </p:cNvSpPr>
          <p:nvPr/>
        </p:nvSpPr>
        <p:spPr>
          <a:xfrm>
            <a:off x="9563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a:ext uri="{FF2B5EF4-FFF2-40B4-BE49-F238E27FC236}">
                <a16:creationId xmlns:a16="http://schemas.microsoft.com/office/drawing/2014/main" id="{208868E6-4BF0-404D-BA6B-3AACD3C9C49D}"/>
              </a:ext>
            </a:extLst>
          </p:cNvPr>
          <p:cNvSpPr>
            <a:spLocks noGrp="1"/>
          </p:cNvSpPr>
          <p:nvPr/>
        </p:nvSpPr>
        <p:spPr>
          <a:xfrm>
            <a:off x="9563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a:ext uri="{FF2B5EF4-FFF2-40B4-BE49-F238E27FC236}">
                <a16:creationId xmlns:a16="http://schemas.microsoft.com/office/drawing/2014/main" id="{143CDE96-C95C-4603-8D8F-39D3E4C03054}"/>
              </a:ext>
            </a:extLst>
          </p:cNvPr>
          <p:cNvSpPr>
            <a:spLocks noGrp="1"/>
          </p:cNvSpPr>
          <p:nvPr/>
        </p:nvSpPr>
        <p:spPr>
          <a:xfrm>
            <a:off x="685800" y="3905250"/>
            <a:ext cx="108204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a:ext uri="{FF2B5EF4-FFF2-40B4-BE49-F238E27FC236}">
                <a16:creationId xmlns:a16="http://schemas.microsoft.com/office/drawing/2014/main" id="{11FB0154-B506-4357-9ADE-0DC5A01E2B7D}"/>
              </a:ext>
            </a:extLst>
          </p:cNvPr>
          <p:cNvSpPr>
            <a:spLocks noGrp="1"/>
          </p:cNvSpPr>
          <p:nvPr/>
        </p:nvSpPr>
        <p:spPr>
          <a:xfrm>
            <a:off x="1714500" y="4438650"/>
            <a:ext cx="8763000" cy="1562100"/>
          </a:xfrm>
          <a:prstGeom prst="rect">
            <a:avLst/>
          </a:prstGeom>
          <a:noFill/>
          <a:ln w="0">
            <a:noFill/>
            <a:prstDash val="solid"/>
          </a:ln>
        </p:spPr>
        <p:txBody>
          <a:bodyPr wrap="square" lIns="0" tIns="0" rIns="0" bIns="0" anchor="t">
            <a:noAutofit/>
          </a:bodyPr>
          <a:lstStyle/>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1386833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pPr algn="r">
              <a:buNone/>
              <a:defRPr sz="1050" b="0">
                <a:solidFill>
                  <a:srgbClr val="5B6577"/>
                </a:solidFill>
                <a:latin typeface="Arial"/>
                <a:ea typeface="Arial"/>
                <a:cs typeface="Arial"/>
              </a:defRPr>
            </a:pPr>
            <a:r>
              <a:rPr sz="1050" b="0">
                <a:solidFill>
                  <a:srgbClr val="5B6577"/>
                </a:solidFill>
                <a:latin typeface="Arial"/>
                <a:ea typeface="Arial"/>
                <a:cs typeface="Arial"/>
              </a:rPr>
              <a:t>18</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lang="it-IT"/>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lang="it-IT"/>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124700" y="21336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lang="it-IT"/>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124700" y="28194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lang="it-IT"/>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124700" y="35052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lang="it-IT"/>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124700" y="41910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lang="it-IT"/>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61925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124700" y="48768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lang="it-IT"/>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5071396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3758</Words>
  <Application>Microsoft Office PowerPoint</Application>
  <DocSecurity>0</DocSecurity>
  <PresentationFormat>Widescreen</PresentationFormat>
  <Paragraphs>462</Paragraphs>
  <Slides>18</Slides>
  <Notes>18</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18</vt:i4>
      </vt:variant>
    </vt:vector>
  </HeadingPairs>
  <TitlesOfParts>
    <vt:vector size="21" baseType="lpstr">
      <vt:lpstr>Arial</vt:lpstr>
      <vt:lpstr>Calibri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Lello Molinario</cp:lastModifiedBy>
  <cp:revision>1</cp:revision>
  <dcterms:created xsi:type="dcterms:W3CDTF">2026-09-02T21:26:04Z</dcterms:created>
  <dcterms:modified xsi:type="dcterms:W3CDTF">2026-09-04T09:47:26Z</dcterms:modified>
</cp:coreProperties>
</file>